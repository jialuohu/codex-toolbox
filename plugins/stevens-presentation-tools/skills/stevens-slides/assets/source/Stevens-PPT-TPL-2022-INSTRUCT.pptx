
<file path=[Content_Types].xml><?xml version="1.0" encoding="utf-8"?>
<Types xmlns="http://schemas.openxmlformats.org/package/2006/content-types">
  <Default Extension="xml" ContentType="application/vnd.openxmlformats-package.core-properties+xml"/>
  <Default Extension="emf" ContentType="image/x-emf"/>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15e9c0dbfcb4a99" /><Relationship Type="http://schemas.openxmlformats.org/officeDocument/2006/relationships/extended-properties" Target="/docProps/app.xml" Id="R7e92dfc02c0d4b9f" /><Relationship Type="http://schemas.openxmlformats.org/officeDocument/2006/relationships/officeDocument" Target="/ppt/presentation.xml" Id="Ra9b905da455e48d6" /></Relationships>
</file>

<file path=ppt/presentation.xml><?xml version="1.0" encoding="utf-8"?>
<p:presentation xmlns:p="http://schemas.openxmlformats.org/presentationml/2006/main">
  <p:sldMasterIdLst>
    <p:sldMasterId xmlns:r="http://schemas.openxmlformats.org/officeDocument/2006/relationships" id="2147483648" r:id="R5cf5653d6c4a400c"/>
  </p:sldMasterIdLst>
  <p:notesMasterIdLst>
    <p:notesMasterId xmlns:r="http://schemas.openxmlformats.org/officeDocument/2006/relationships" r:id="Rc3f619854f9649a7"/>
  </p:notesMasterIdLst>
  <p:sldIdLst>
    <p:sldId xmlns:r="http://schemas.openxmlformats.org/officeDocument/2006/relationships" id="256" r:id="R66a9fbfcf7c9418b"/>
    <p:sldId xmlns:r="http://schemas.openxmlformats.org/officeDocument/2006/relationships" id="257" r:id="R687d510d82f34b25"/>
    <p:sldId xmlns:r="http://schemas.openxmlformats.org/officeDocument/2006/relationships" id="258" r:id="R4a706fa48d2644de"/>
    <p:sldId xmlns:r="http://schemas.openxmlformats.org/officeDocument/2006/relationships" id="259" r:id="R29bcf480884c4bb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ca9584a7684474e" /><Relationship Type="http://schemas.openxmlformats.org/officeDocument/2006/relationships/slideMaster" Target="/ppt/slideMasters/slideMaster1.xml" Id="R5cf5653d6c4a400c" /><Relationship Type="http://schemas.openxmlformats.org/officeDocument/2006/relationships/notesMaster" Target="/ppt/notesMasters/notesMaster1.xml" Id="Rc3f619854f9649a7" /><Relationship Type="http://schemas.openxmlformats.org/officeDocument/2006/relationships/presProps" Target="/ppt/presProps.xml" Id="Ra28aeb9477554877" /><Relationship Type="http://schemas.openxmlformats.org/officeDocument/2006/relationships/viewProps" Target="/ppt/viewProps.xml" Id="R49919e0d984a4c5c" /><Relationship Type="http://schemas.openxmlformats.org/officeDocument/2006/relationships/tableStyles" Target="/ppt/tableStyles.xml" Id="Rcf971ccbfbae4a33" /><Relationship Type="http://schemas.openxmlformats.org/officeDocument/2006/relationships/slide" Target="/ppt/slides/slide1.xml" Id="R66a9fbfcf7c9418b" /><Relationship Type="http://schemas.openxmlformats.org/officeDocument/2006/relationships/slide" Target="/ppt/slides/slide2.xml" Id="R687d510d82f34b25" /><Relationship Type="http://schemas.openxmlformats.org/officeDocument/2006/relationships/slide" Target="/ppt/slides/slide3.xml" Id="R4a706fa48d2644de" /><Relationship Type="http://schemas.openxmlformats.org/officeDocument/2006/relationships/slide" Target="/ppt/slides/slide4.xml" Id="R29bcf480884c4b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5ca94f6c5234e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Stevens">
      <a:dk1>
        <a:srgbClr val="363D45"/>
      </a:dk1>
      <a:lt1>
        <a:srgbClr val="FFFFFF"/>
      </a:lt1>
      <a:dk2>
        <a:srgbClr val="00427F"/>
      </a:dk2>
      <a:lt2>
        <a:srgbClr val="E3E5E6"/>
      </a:lt2>
      <a:accent1>
        <a:srgbClr val="A32537"/>
      </a:accent1>
      <a:accent2>
        <a:srgbClr val="4895CF"/>
      </a:accent2>
      <a:accent3>
        <a:srgbClr val="EBC73A"/>
      </a:accent3>
      <a:accent4>
        <a:srgbClr val="E6832E"/>
      </a:accent4>
      <a:accent5>
        <a:srgbClr val="E7F2FB"/>
      </a:accent5>
      <a:accent6>
        <a:srgbClr val="FFF2E8"/>
      </a:accent6>
      <a:hlink>
        <a:srgbClr val="0000FF"/>
      </a:hlink>
      <a:folHlink>
        <a:srgbClr val="80008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Steven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81906a6b6e545da" /><Relationship Type="http://schemas.openxmlformats.org/officeDocument/2006/relationships/notesMaster" Target="/ppt/notesMasters/notesMaster1.xml" Id="R48cbf805636a41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b109bf5ebde432d" /><Relationship Type="http://schemas.openxmlformats.org/officeDocument/2006/relationships/notesMaster" Target="/ppt/notesMasters/notesMaster1.xml" Id="R18a8f29af06a47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a373db89ae4aa3" /><Relationship Type="http://schemas.openxmlformats.org/officeDocument/2006/relationships/notesMaster" Target="/ppt/notesMasters/notesMaster1.xml" Id="Rd9514deef029469c" /></Relationships>
</file>

<file path=ppt/notesSlides/_rels/notesSlide4.xml.rels>&#65279;<?xml version="1.0" encoding="utf-8"?><Relationships xmlns="http://schemas.openxmlformats.org/package/2006/relationships"><Relationship Type="http://schemas.openxmlformats.org/officeDocument/2006/relationships/slide" Target="/ppt/slides/slide4.xml" Id="R6795340a2ee24074" /><Relationship Type="http://schemas.openxmlformats.org/officeDocument/2006/relationships/notesMaster" Target="/ppt/notesMasters/notesMaster1.xml" Id="R5ea712798be647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b9dfc92ec194192" /><Relationship Type="http://schemas.openxmlformats.org/officeDocument/2006/relationships/image" Target="/ppt/media/image.png" Id="R4d1a401f78754a7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af4749b5f274a5f" /><Relationship Type="http://schemas.openxmlformats.org/officeDocument/2006/relationships/image" Target="/ppt/media/image2.png" Id="R0b1d52f13821476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036f2e8add447d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080b7875c314db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9f95cad2084484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003d5f50fb14df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edaae15a19f465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29a3836e04948b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4d5dd0d414c424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fdd59eeb52f47e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04ddc4b26a26460e"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39ab4d54dbfb4142"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8e3b6341b96340fc"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9b1a056b25b046cd"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5b15cdc61eee4bb5"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82a157dae1464908"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4d19aae8e3134566"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aace850053194044"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eab0ee68c3134e59"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57acb65b9d9e47b2"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240af423e63d4d92" /><Relationship Type="http://schemas.openxmlformats.org/officeDocument/2006/relationships/image" Target="/ppt/media/image3.png" Id="Rb794b78ad4c74301"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pic>
        <p:nvPicPr>
          <p:cNvPr id="19" name="Picture 12"/>
          <p:cNvPicPr>
            <a:picLocks xmlns:a="http://schemas.openxmlformats.org/drawingml/2006/main" noChangeAspect="1"/>
          </p:cNvPicPr>
          <p:nvPr/>
        </p:nvPicPr>
        <p:blipFill>
          <a:blip xmlns:r="http://schemas.openxmlformats.org/officeDocument/2006/relationships" xmlns:a="http://schemas.openxmlformats.org/drawingml/2006/main" r:embed="R4d1a401f78754a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5168D54-7A73-18F8-ADFA-A2790DA6BE4A}"/>
              </a:ext>
            </a:extLst>
          </p:cNvPr>
          <p:cNvSpPr>
            <a:spLocks xmlns:a="http://schemas.openxmlformats.org/drawingml/2006/main" noGrp="1"/>
          </p:cNvSpPr>
          <p:nvPr>
            <p:ph type="ctrTitle" idx="0" hasCustomPrompt="1"/>
          </p:nvPr>
        </p:nvSpPr>
        <p:spPr>
          <a:xfrm xmlns:a="http://schemas.openxmlformats.org/drawingml/2006/main">
            <a:off x="4249881" y="2504921"/>
            <a:ext cx="7280733" cy="2061531"/>
          </a:xfrm>
        </p:spPr>
        <p:txBody>
          <a:bodyPr xmlns:a="http://schemas.openxmlformats.org/drawingml/2006/main" anchor="b">
            <a:normAutofit/>
          </a:bodyPr>
          <a:lstStyle xmlns:a="http://schemas.openxmlformats.org/drawingml/2006/main">
            <a:lvl1pPr algn="r">
              <a:buNone/>
              <a:defRPr sz="5400" b="0" i="0">
                <a:solidFill>
                  <a:schemeClr val="bg1"/>
                </a:solidFill>
                <a:latin typeface="Arial Nova Cond Light"/>
                <a:ea typeface="Arial Nova Cond Light"/>
                <a:cs typeface="Arial Nova Cond Light"/>
              </a:defRPr>
            </a:lvl1pPr>
          </a:lstStyle>
          <a:p xmlns:a="http://schemas.openxmlformats.org/drawingml/2006/main">
            <a:r>
              <a:t>CLICK TO EDIT TITLE</a:t>
            </a:r>
          </a:p>
        </p:txBody>
      </p:sp>
      <p:sp>
        <p:nvSpPr>
          <p:cNvPr id="3" name="Subtitle 2">
            <a:extLst xmlns:a="http://schemas.openxmlformats.org/drawingml/2006/main">
              <a:ext uri="{FF2B5EF4-FFF2-40B4-BE49-F238E27FC236}">
                <a16:creationId xmlns:a16="http://schemas.microsoft.com/office/drawing/2014/main" id="{58C8A321-3799-3D0C-D5A4-CA5C30A7CB56}"/>
              </a:ext>
            </a:extLst>
          </p:cNvPr>
          <p:cNvSpPr>
            <a:spLocks xmlns:a="http://schemas.openxmlformats.org/drawingml/2006/main" noGrp="1"/>
          </p:cNvSpPr>
          <p:nvPr>
            <p:ph type="subTitle" idx="1" hasCustomPrompt="1"/>
          </p:nvPr>
        </p:nvSpPr>
        <p:spPr>
          <a:xfrm xmlns:a="http://schemas.openxmlformats.org/drawingml/2006/main">
            <a:off x="4488873" y="4591369"/>
            <a:ext cx="7041742" cy="934635"/>
          </a:xfrm>
        </p:spPr>
        <p:txBody>
          <a:bodyPr xmlns:a="http://schemas.openxmlformats.org/drawingml/2006/main">
            <a:normAutofit/>
          </a:bodyPr>
          <a:lstStyle xmlns:a="http://schemas.openxmlformats.org/drawingml/2006/main">
            <a:lvl1pPr marL="0" indent="0" algn="r">
              <a:buNone/>
              <a:defRPr sz="2000" b="0" i="0">
                <a:solidFill>
                  <a:schemeClr val="bg1"/>
                </a:solidFill>
                <a:latin typeface="Arial Nova"/>
                <a:ea typeface="Arial Nova"/>
                <a:cs typeface="Arial Nova"/>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xmlns:a="http://schemas.openxmlformats.org/drawingml/2006/main">
            <a:r>
              <a:t>Click to edit subtitle</a:t>
            </a:r>
          </a:p>
        </p:txBody>
      </p:sp>
      <p:sp>
        <p:nvSpPr>
          <p:cNvPr id="17" name="Text Placeholder 16">
            <a:extLst xmlns:a="http://schemas.openxmlformats.org/drawingml/2006/main">
              <a:ext uri="{FF2B5EF4-FFF2-40B4-BE49-F238E27FC236}">
                <a16:creationId xmlns:a16="http://schemas.microsoft.com/office/drawing/2014/main" id="{E6F838CB-CD72-2334-C381-9BF56F85A624}"/>
              </a:ext>
            </a:extLst>
          </p:cNvPr>
          <p:cNvSpPr>
            <a:spLocks xmlns:a="http://schemas.openxmlformats.org/drawingml/2006/main" noGrp="1"/>
          </p:cNvSpPr>
          <p:nvPr>
            <p:ph type="body" idx="11" hasCustomPrompt="1"/>
          </p:nvPr>
        </p:nvSpPr>
        <p:spPr>
          <a:xfrm xmlns:a="http://schemas.openxmlformats.org/drawingml/2006/main">
            <a:off x="4675910" y="5690085"/>
            <a:ext cx="6854708" cy="422507"/>
          </a:xfrm>
        </p:spPr>
        <p:txBody>
          <a:bodyPr xmlns:a="http://schemas.openxmlformats.org/drawingml/2006/main">
            <a:normAutofit/>
          </a:bodyPr>
          <a:lstStyle xmlns:a="http://schemas.openxmlformats.org/drawingml/2006/main">
            <a:lvl1pPr marL="0" indent="0" algn="r">
              <a:buNone/>
              <a:defRPr sz="1800" b="0" i="0">
                <a:solidFill>
                  <a:schemeClr val="bg1"/>
                </a:solidFill>
                <a:latin typeface="Arial Nova"/>
                <a:ea typeface="Arial Nova"/>
                <a:cs typeface="Arial Nova"/>
              </a:defRPr>
            </a:lvl1pPr>
            <a:lvl2pPr marL="457178" indent="0" algn="r">
              <a:buNone/>
              <a:defRPr/>
            </a:lvl2pPr>
            <a:lvl3pPr marL="914354" indent="0" algn="r">
              <a:buNone/>
              <a:defRPr/>
            </a:lvl3pPr>
            <a:lvl4pPr marL="1371532" indent="0" algn="r">
              <a:buNone/>
              <a:defRPr/>
            </a:lvl4pPr>
            <a:lvl5pPr marL="1828709" indent="0" algn="r">
              <a:buNone/>
              <a:defRPr/>
            </a:lvl5pPr>
          </a:lstStyle>
          <a:p xmlns:a="http://schemas.openxmlformats.org/drawingml/2006/main">
            <a:pPr lvl="0">
              <a:buNone/>
            </a:pPr>
            <a:r>
              <a:t>PRESENTER’S NAME</a:t>
            </a:r>
          </a:p>
        </p:txBody>
      </p:sp>
      <p:sp>
        <p:nvSpPr>
          <p:cNvPr id="4" name="Date Placeholder 3">
            <a:extLst xmlns:a="http://schemas.openxmlformats.org/drawingml/2006/main">
              <a:ext uri="{FF2B5EF4-FFF2-40B4-BE49-F238E27FC236}">
                <a16:creationId xmlns:a16="http://schemas.microsoft.com/office/drawing/2014/main" id="{EB9B160D-2B04-EFF9-9233-5CF3861AACE8}"/>
              </a:ext>
            </a:extLst>
          </p:cNvPr>
          <p:cNvSpPr>
            <a:spLocks xmlns:a="http://schemas.openxmlformats.org/drawingml/2006/main" noGrp="1"/>
          </p:cNvSpPr>
          <p:nvPr>
            <p:ph type="dt" idx="10"/>
          </p:nvPr>
        </p:nvSpPr>
        <p:spPr>
          <a:xfrm xmlns:a="http://schemas.openxmlformats.org/drawingml/2006/main">
            <a:off x="10416209" y="6342033"/>
            <a:ext cx="1114406" cy="246221"/>
          </a:xfrm>
          <a:prstGeom xmlns:a="http://schemas.openxmlformats.org/drawingml/2006/main" prst="rect">
            <a:avLst/>
          </a:prstGeom>
          <a:solidFill xmlns:a="http://schemas.openxmlformats.org/drawingml/2006/main">
            <a:schemeClr val="accent1"/>
          </a:solidFill>
        </p:spPr>
        <p:txBody>
          <a:bodyPr xmlns:a="http://schemas.openxmlformats.org/drawingml/2006/main" wrap="square">
            <a:spAutoFit/>
          </a:bodyPr>
          <a:lstStyle xmlns:a="http://schemas.openxmlformats.org/drawingml/2006/main">
            <a:lvl1pPr algn="r">
              <a:buNone/>
              <a:defRPr sz="1000" b="0" i="0">
                <a:solidFill>
                  <a:schemeClr val="bg1"/>
                </a:solidFill>
                <a:latin typeface="Arial Nova"/>
                <a:ea typeface="Arial Nova"/>
                <a:cs typeface="Arial Nova"/>
              </a:defRPr>
            </a:lvl1pPr>
          </a:lstStyle>
          <a:p xmlns:a="http://schemas.openxmlformats.org/drawingml/2006/main">
            <a:r>
              <a:t>PRESENTATION DAY</a:t>
            </a:r>
          </a:p>
        </p:txBody>
      </p:sp>
    </p:spTree>
  </p:cSld>
</p:sldLayout>
</file>

<file path=ppt/slideLayouts/slideLayout2.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4" name="Rectangle 3">
            <a:extLst xmlns:a="http://schemas.openxmlformats.org/drawingml/2006/main">
              <a:ext uri="{FF2B5EF4-FFF2-40B4-BE49-F238E27FC236}">
                <a16:creationId xmlns:a16="http://schemas.microsoft.com/office/drawing/2014/main" id="{35286604-6423-9046-9A81-4C181823B0B3}"/>
              </a:ext>
            </a:extLst>
          </p:cNvPr>
          <p:cNvSpPr>
            <a:spLocks xmlns:a="http://schemas.openxmlformats.org/drawingml/2006/main" noGrp="1"/>
          </p:cNvSpPr>
          <p:nvPr/>
        </p:nvSpPr>
        <p:spPr>
          <a:xfrm xmlns:a="http://schemas.openxmlformats.org/drawingml/2006/main">
            <a:off x="0" y="0"/>
            <a:ext cx="9044609" cy="6858000"/>
          </a:xfrm>
          <a:prstGeom xmlns:a="http://schemas.openxmlformats.org/drawingml/2006/main" prst="rect">
            <a:avLst/>
          </a:prstGeom>
          <a:solidFill xmlns:a="http://schemas.openxmlformats.org/drawingml/2006/main">
            <a:schemeClr val="bg2"/>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b="0" i="0">
              <a:latin typeface="Arial"/>
              <a:ea typeface="Arial"/>
              <a:cs typeface="Arial"/>
            </a:endParaRP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0b1d52f13821476c"/>
          <a:stretch xmlns:a="http://schemas.openxmlformats.org/drawingml/2006/main">
            <a:fillRect l="0" t="0" r="0" b="0"/>
          </a:stretch>
        </p:blipFill>
        <p:spPr>
          <a:xfrm xmlns:a="http://schemas.openxmlformats.org/drawingml/2006/main">
            <a:off x="149224" y="0"/>
            <a:ext cx="11893551" cy="6858000"/>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45AB2B46-2729-15F1-5BB4-6B7ADEAC4AAE}"/>
              </a:ext>
            </a:extLst>
          </p:cNvPr>
          <p:cNvSpPr>
            <a:spLocks xmlns:a="http://schemas.openxmlformats.org/drawingml/2006/main" noGrp="1"/>
          </p:cNvSpPr>
          <p:nvPr>
            <p:ph type="title" idx="0" hasCustomPrompt="1"/>
          </p:nvPr>
        </p:nvSpPr>
        <p:spPr>
          <a:xfrm xmlns:a="http://schemas.openxmlformats.org/drawingml/2006/main">
            <a:off x="7871791" y="1321904"/>
            <a:ext cx="3658826" cy="3906495"/>
          </a:xfrm>
        </p:spPr>
        <p:txBody>
          <a:bodyPr xmlns:a="http://schemas.openxmlformats.org/drawingml/2006/main" anchor="b">
            <a:normAutofit/>
          </a:bodyPr>
          <a:lstStyle xmlns:a="http://schemas.openxmlformats.org/drawingml/2006/main">
            <a:lvl1pPr algn="r">
              <a:buNone/>
              <a:defRPr sz="5400"/>
            </a:lvl1pPr>
          </a:lstStyle>
          <a:p xmlns:a="http://schemas.openxmlformats.org/drawingml/2006/main">
            <a:r>
              <a:t>CLICK TO EDIT TITLE</a:t>
            </a:r>
          </a:p>
        </p:txBody>
      </p:sp>
      <p:sp>
        <p:nvSpPr>
          <p:cNvPr id="3" name="Text Placeholder 2">
            <a:extLst xmlns:a="http://schemas.openxmlformats.org/drawingml/2006/main">
              <a:ext uri="{FF2B5EF4-FFF2-40B4-BE49-F238E27FC236}">
                <a16:creationId xmlns:a16="http://schemas.microsoft.com/office/drawing/2014/main" id="{A5953286-7208-5D15-2115-F32E5C24CE0F}"/>
              </a:ext>
            </a:extLst>
          </p:cNvPr>
          <p:cNvSpPr>
            <a:spLocks xmlns:a="http://schemas.openxmlformats.org/drawingml/2006/main" noGrp="1"/>
          </p:cNvSpPr>
          <p:nvPr>
            <p:ph type="body" idx="1" hasCustomPrompt="1"/>
          </p:nvPr>
        </p:nvSpPr>
        <p:spPr>
          <a:xfrm xmlns:a="http://schemas.openxmlformats.org/drawingml/2006/main">
            <a:off x="6858002" y="5394965"/>
            <a:ext cx="4672615" cy="931499"/>
          </a:xfrm>
        </p:spPr>
        <p:txBody>
          <a:bodyPr xmlns:a="http://schemas.openxmlformats.org/drawingml/2006/main">
            <a:normAutofit/>
          </a:bodyPr>
          <a:lstStyle xmlns:a="http://schemas.openxmlformats.org/drawingml/2006/main">
            <a:lvl1pPr marL="0" indent="0" algn="r">
              <a:buNone/>
              <a:defRPr sz="2000" b="0" i="0">
                <a:solidFill>
                  <a:schemeClr val="tx1"/>
                </a:solidFill>
                <a:latin typeface="Arial Nova"/>
                <a:ea typeface="Arial Nova"/>
                <a:cs typeface="Arial Nova"/>
              </a:defRPr>
            </a:lvl1pPr>
            <a:lvl2pPr marL="457178" indent="0">
              <a:buNone/>
              <a:defRPr sz="2000">
                <a:solidFill>
                  <a:schemeClr val="tx1">
                    <a:tint val="75000"/>
                  </a:schemeClr>
                </a:solidFill>
              </a:defRPr>
            </a:lvl2pPr>
            <a:lvl3pPr marL="914354"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2"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xmlns:a="http://schemas.openxmlformats.org/drawingml/2006/main">
            <a:pPr lvl="0">
              <a:buNone/>
            </a:pPr>
            <a:r>
              <a:t>Click to edit text</a:t>
            </a:r>
          </a:p>
        </p:txBody>
      </p:sp>
    </p:spTree>
  </p:cSld>
</p:sldLayout>
</file>

<file path=ppt/slideLayouts/slideLayout3.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7" name="Title 1">
            <a:extLst xmlns:a="http://schemas.openxmlformats.org/drawingml/2006/main">
              <a:ext uri="{FF2B5EF4-FFF2-40B4-BE49-F238E27FC236}">
                <a16:creationId xmlns:a16="http://schemas.microsoft.com/office/drawing/2014/main" id="{FF907F06-D602-4071-33E4-C472B24F1ACC}"/>
              </a:ext>
            </a:extLst>
          </p:cNvPr>
          <p:cNvSpPr>
            <a:spLocks xmlns:a="http://schemas.openxmlformats.org/drawingml/2006/main" noGrp="1"/>
          </p:cNvSpPr>
          <p:nvPr>
            <p:ph type="title" idx="0" hasCustomPrompt="1"/>
          </p:nvPr>
        </p:nvSpPr>
        <p:spPr>
          <a:xfrm xmlns:a="http://schemas.openxmlformats.org/drawingml/2006/main">
            <a:off x="644769" y="365125"/>
            <a:ext cx="10710619" cy="1325563"/>
          </a:xfrm>
        </p:spPr>
        <p:txBody>
          <a:bodyPr xmlns:a="http://schemas.openxmlformats.org/drawingml/2006/main"/>
          <a:lstStyle xmlns:a="http://schemas.openxmlformats.org/drawingml/2006/main"/>
          <a:p xmlns:a="http://schemas.openxmlformats.org/drawingml/2006/main">
            <a:r>
              <a:t>CLICK TO EDIT TITLE</a:t>
            </a:r>
          </a:p>
        </p:txBody>
      </p:sp>
      <p:sp>
        <p:nvSpPr>
          <p:cNvPr id="3" name="Content Placeholder 2">
            <a:extLst xmlns:a="http://schemas.openxmlformats.org/drawingml/2006/main">
              <a:ext uri="{FF2B5EF4-FFF2-40B4-BE49-F238E27FC236}">
                <a16:creationId xmlns:a16="http://schemas.microsoft.com/office/drawing/2014/main" id="{7091BE1E-C7BA-1F2A-DB51-F2BDF8885EBC}"/>
              </a:ext>
            </a:extLst>
          </p:cNvPr>
          <p:cNvSpPr>
            <a:spLocks xmlns:a="http://schemas.openxmlformats.org/drawingml/2006/main" noGrp="1"/>
          </p:cNvSpPr>
          <p:nvPr>
            <p:ph idx="1" hasCustomPrompt="1"/>
          </p:nvPr>
        </p:nvSpPr>
        <p:spPr/>
        <p:txBody>
          <a:bodyPr xmlns:a="http://schemas.openxmlformats.org/drawingml/2006/main"/>
          <a:lstStyle xmlns:a="http://schemas.openxmlformats.org/drawingml/2006/main">
            <a:lvl1pPr marL="228600" indent="-228600">
              <a:buNone/>
              <a:defRPr/>
            </a:lvl1pPr>
            <a:lvl2pPr marL="502920" indent="-228589">
              <a:buSzPct val="100000"/>
              <a:buFont typeface="System Font Regular"/>
              <a:buChar char="-"/>
              <a:defRPr/>
            </a:lvl2pPr>
            <a:lvl3pPr marL="777240" indent="-228589">
              <a:buSzPct val="100000"/>
              <a:buFont typeface="System Font Regular"/>
              <a:buChar char="-"/>
              <a:defRPr/>
            </a:lvl3pPr>
            <a:lvl4pPr marL="1005840" indent="-228589">
              <a:buSzPct val="100000"/>
              <a:buFont typeface="System Font Regular"/>
              <a:buChar char="-"/>
              <a:defRPr/>
            </a:lvl4pPr>
            <a:lvl5pPr marL="1280160" indent="-228589">
              <a:buSzPct val="100000"/>
              <a:buFont typeface="System Font Regular"/>
              <a:buChar char="-"/>
              <a:defRPr/>
            </a:lvl5pPr>
          </a:lstStyle>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Slide Number Placeholder 5">
            <a:extLst xmlns:a="http://schemas.openxmlformats.org/drawingml/2006/main">
              <a:ext uri="{FF2B5EF4-FFF2-40B4-BE49-F238E27FC236}">
                <a16:creationId xmlns:a16="http://schemas.microsoft.com/office/drawing/2014/main" id="{559B86B0-6C6C-3FCD-0D64-D84FBF64761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267CD5E-26CF-4249-8540-BB1D07FD4227}" type="slidenum">
              <a:t>‹#›</a:t>
            </a:fld>
            <a:endParaRPr/>
          </a:p>
        </p:txBody>
      </p:sp>
    </p:spTree>
  </p:cSld>
</p:sldLayout>
</file>

<file path=ppt/slideLayouts/slideLayout4.xml><?xml version="1.0" encoding="utf-8"?>
<p:sldLayout xmlns:p="http://schemas.openxmlformats.org/presentationml/2006/main" preserve="1" userDrawn="1">
  <p:cSld name="Title, Subhead and Content">
    <p:spTree>
      <p:nvGrpSpPr>
        <p:cNvPr id="1" name=""/>
        <p:cNvGrpSpPr/>
        <p:nvPr/>
      </p:nvGrpSpPr>
      <p:grpSpPr>
        <a:xfrm xmlns:a="http://schemas.openxmlformats.org/drawingml/2006/main"/>
      </p:grpSpPr>
      <p:sp>
        <p:nvSpPr>
          <p:cNvPr id="7" name="Title 1">
            <a:extLst xmlns:a="http://schemas.openxmlformats.org/drawingml/2006/main">
              <a:ext uri="{FF2B5EF4-FFF2-40B4-BE49-F238E27FC236}">
                <a16:creationId xmlns:a16="http://schemas.microsoft.com/office/drawing/2014/main" id="{FF907F06-D602-4071-33E4-C472B24F1ACC}"/>
              </a:ext>
            </a:extLst>
          </p:cNvPr>
          <p:cNvSpPr>
            <a:spLocks xmlns:a="http://schemas.openxmlformats.org/drawingml/2006/main" noGrp="1"/>
          </p:cNvSpPr>
          <p:nvPr>
            <p:ph type="title" idx="0" hasCustomPrompt="1"/>
          </p:nvPr>
        </p:nvSpPr>
        <p:spPr>
          <a:xfrm xmlns:a="http://schemas.openxmlformats.org/drawingml/2006/main">
            <a:off x="646359" y="365127"/>
            <a:ext cx="10709031" cy="734621"/>
          </a:xfrm>
        </p:spPr>
        <p:txBody>
          <a:bodyPr xmlns:a="http://schemas.openxmlformats.org/drawingml/2006/main"/>
          <a:lstStyle xmlns:a="http://schemas.openxmlformats.org/drawingml/2006/main"/>
          <a:p xmlns:a="http://schemas.openxmlformats.org/drawingml/2006/main">
            <a:r>
              <a:t>CLICK TO EDIT TITLE</a:t>
            </a:r>
          </a:p>
        </p:txBody>
      </p:sp>
      <p:sp>
        <p:nvSpPr>
          <p:cNvPr id="4" name="Text Placeholder 3">
            <a:extLst xmlns:a="http://schemas.openxmlformats.org/drawingml/2006/main">
              <a:ext uri="{FF2B5EF4-FFF2-40B4-BE49-F238E27FC236}">
                <a16:creationId xmlns:a16="http://schemas.microsoft.com/office/drawing/2014/main" id="{B7F9FF48-9E75-6C88-7706-B4D4B29E8027}"/>
              </a:ext>
            </a:extLst>
          </p:cNvPr>
          <p:cNvSpPr>
            <a:spLocks xmlns:a="http://schemas.openxmlformats.org/drawingml/2006/main" noGrp="1"/>
          </p:cNvSpPr>
          <p:nvPr>
            <p:ph type="body" idx="13" hasCustomPrompt="1"/>
          </p:nvPr>
        </p:nvSpPr>
        <p:spPr>
          <a:xfrm xmlns:a="http://schemas.openxmlformats.org/drawingml/2006/main">
            <a:off x="644771" y="1345482"/>
            <a:ext cx="10709031" cy="734620"/>
          </a:xfrm>
        </p:spPr>
        <p:txBody>
          <a:bodyPr xmlns:a="http://schemas.openxmlformats.org/drawingml/2006/main">
            <a:normAutofit/>
          </a:bodyPr>
          <a:lstStyle xmlns:a="http://schemas.openxmlformats.org/drawingml/2006/main">
            <a:lvl1pPr marL="0" indent="0">
              <a:buNone/>
              <a:defRPr sz="2000" b="0" i="0">
                <a:solidFill>
                  <a:schemeClr val="accent1"/>
                </a:solidFill>
                <a:latin typeface="Arial Nova"/>
                <a:ea typeface="Arial Nova"/>
                <a:cs typeface="Arial Nova"/>
              </a:defRPr>
            </a:lvl1pPr>
            <a:lvl2pPr marL="457178" indent="0">
              <a:buNone/>
              <a:defRPr b="0" i="0">
                <a:solidFill>
                  <a:schemeClr val="accent1"/>
                </a:solidFill>
                <a:latin typeface="IBM Plex Sans Light"/>
                <a:ea typeface="IBM Plex Sans Light"/>
                <a:cs typeface="IBM Plex Sans Light"/>
              </a:defRPr>
            </a:lvl2pPr>
            <a:lvl3pPr marL="914354" indent="0">
              <a:buNone/>
              <a:defRPr b="0" i="0">
                <a:solidFill>
                  <a:schemeClr val="accent1"/>
                </a:solidFill>
                <a:latin typeface="IBM Plex Sans Light"/>
                <a:ea typeface="IBM Plex Sans Light"/>
                <a:cs typeface="IBM Plex Sans Light"/>
              </a:defRPr>
            </a:lvl3pPr>
            <a:lvl4pPr marL="1371532" indent="0">
              <a:buNone/>
              <a:defRPr b="0" i="0">
                <a:solidFill>
                  <a:schemeClr val="accent1"/>
                </a:solidFill>
                <a:latin typeface="IBM Plex Sans Light"/>
                <a:ea typeface="IBM Plex Sans Light"/>
                <a:cs typeface="IBM Plex Sans Light"/>
              </a:defRPr>
            </a:lvl4pPr>
            <a:lvl5pPr marL="1828709" indent="0">
              <a:buNone/>
              <a:defRPr b="0" i="0">
                <a:solidFill>
                  <a:schemeClr val="accent1"/>
                </a:solidFill>
                <a:latin typeface="IBM Plex Sans Light"/>
                <a:ea typeface="IBM Plex Sans Light"/>
                <a:cs typeface="IBM Plex Sans Light"/>
              </a:defRPr>
            </a:lvl5pPr>
          </a:lstStyle>
          <a:p xmlns:a="http://schemas.openxmlformats.org/drawingml/2006/main">
            <a:pPr lvl="0">
              <a:buNone/>
            </a:pPr>
            <a:r>
              <a:t>Make sure to use brand colors when creating tables and graphs. If graphs are placed from an outside source, please reformat to use the Stevens Theme Colors set in this template.</a:t>
            </a:r>
          </a:p>
        </p:txBody>
      </p:sp>
      <p:sp>
        <p:nvSpPr>
          <p:cNvPr id="3" name="Content Placeholder 2">
            <a:extLst xmlns:a="http://schemas.openxmlformats.org/drawingml/2006/main">
              <a:ext uri="{FF2B5EF4-FFF2-40B4-BE49-F238E27FC236}">
                <a16:creationId xmlns:a16="http://schemas.microsoft.com/office/drawing/2014/main" id="{7091BE1E-C7BA-1F2A-DB51-F2BDF8885EBC}"/>
              </a:ext>
            </a:extLst>
          </p:cNvPr>
          <p:cNvSpPr>
            <a:spLocks xmlns:a="http://schemas.openxmlformats.org/drawingml/2006/main" noGrp="1"/>
          </p:cNvSpPr>
          <p:nvPr>
            <p:ph idx="1" hasCustomPrompt="1"/>
          </p:nvPr>
        </p:nvSpPr>
        <p:spPr>
          <a:xfrm xmlns:a="http://schemas.openxmlformats.org/drawingml/2006/main">
            <a:off x="644771" y="2202874"/>
            <a:ext cx="10709031" cy="3879273"/>
          </a:xfrm>
        </p:spPr>
        <p:txBody>
          <a:bodyPr xmlns:a="http://schemas.openxmlformats.org/drawingml/2006/main"/>
          <a:lstStyle xmlns:a="http://schemas.openxmlformats.org/drawingml/2006/main"/>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Slide Number Placeholder 5">
            <a:extLst xmlns:a="http://schemas.openxmlformats.org/drawingml/2006/main">
              <a:ext uri="{FF2B5EF4-FFF2-40B4-BE49-F238E27FC236}">
                <a16:creationId xmlns:a16="http://schemas.microsoft.com/office/drawing/2014/main" id="{559B86B0-6C6C-3FCD-0D64-D84FBF64761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267CD5E-26CF-4249-8540-BB1D07FD4227}" type="slidenum">
              <a:t>‹#›</a:t>
            </a:fld>
            <a:endParaRPr/>
          </a:p>
        </p:txBody>
      </p:sp>
    </p:spTree>
  </p:cSld>
</p:sldLayout>
</file>

<file path=ppt/slideLayouts/slideLayout5.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BD89C836-F4D4-9B58-2D26-DBC3E659121C}"/>
              </a:ext>
            </a:extLst>
          </p:cNvPr>
          <p:cNvSpPr>
            <a:spLocks xmlns:a="http://schemas.openxmlformats.org/drawingml/2006/main" noGrp="1"/>
          </p:cNvSpPr>
          <p:nvPr>
            <p:ph type="title" idx="0" hasCustomPrompt="1"/>
          </p:nvPr>
        </p:nvSpPr>
        <p:spPr>
          <a:xfrm xmlns:a="http://schemas.openxmlformats.org/drawingml/2006/main">
            <a:off x="644769" y="365125"/>
            <a:ext cx="10710619" cy="1325563"/>
          </a:xfrm>
        </p:spPr>
        <p:txBody>
          <a:bodyPr xmlns:a="http://schemas.openxmlformats.org/drawingml/2006/main"/>
          <a:lstStyle xmlns:a="http://schemas.openxmlformats.org/drawingml/2006/main"/>
          <a:p xmlns:a="http://schemas.openxmlformats.org/drawingml/2006/main">
            <a:r>
              <a:t>CLICK TO EDIT TITLE</a:t>
            </a:r>
          </a:p>
        </p:txBody>
      </p:sp>
      <p:sp>
        <p:nvSpPr>
          <p:cNvPr id="3" name="Content Placeholder 2">
            <a:extLst xmlns:a="http://schemas.openxmlformats.org/drawingml/2006/main">
              <a:ext uri="{FF2B5EF4-FFF2-40B4-BE49-F238E27FC236}">
                <a16:creationId xmlns:a16="http://schemas.microsoft.com/office/drawing/2014/main" id="{55861FEF-A671-1F7D-9144-4A18E9166FFA}"/>
              </a:ext>
            </a:extLst>
          </p:cNvPr>
          <p:cNvSpPr>
            <a:spLocks xmlns:a="http://schemas.openxmlformats.org/drawingml/2006/main" noGrp="1"/>
          </p:cNvSpPr>
          <p:nvPr>
            <p:ph idx="1" hasCustomPrompt="1"/>
          </p:nvPr>
        </p:nvSpPr>
        <p:spPr>
          <a:xfrm xmlns:a="http://schemas.openxmlformats.org/drawingml/2006/main">
            <a:off x="644769" y="1825625"/>
            <a:ext cx="5181600" cy="4351339"/>
          </a:xfrm>
        </p:spPr>
        <p:txBody>
          <a:bodyPr xmlns:a="http://schemas.openxmlformats.org/drawingml/2006/main"/>
          <a:lstStyle xmlns:a="http://schemas.openxmlformats.org/drawingml/2006/main"/>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63BBBBC6-6719-80F5-099C-8B072696F417}"/>
              </a:ext>
            </a:extLst>
          </p:cNvPr>
          <p:cNvSpPr>
            <a:spLocks xmlns:a="http://schemas.openxmlformats.org/drawingml/2006/main" noGrp="1"/>
          </p:cNvSpPr>
          <p:nvPr>
            <p:ph idx="2" hasCustomPrompt="1"/>
          </p:nvPr>
        </p:nvSpPr>
        <p:spPr>
          <a:xfrm xmlns:a="http://schemas.openxmlformats.org/drawingml/2006/main">
            <a:off x="6172200" y="1825625"/>
            <a:ext cx="5181600" cy="4351339"/>
          </a:xfrm>
        </p:spPr>
        <p:txBody>
          <a:bodyPr xmlns:a="http://schemas.openxmlformats.org/drawingml/2006/main"/>
          <a:lstStyle xmlns:a="http://schemas.openxmlformats.org/drawingml/2006/main"/>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Slide Number Placeholder 6">
            <a:extLst xmlns:a="http://schemas.openxmlformats.org/drawingml/2006/main">
              <a:ext uri="{FF2B5EF4-FFF2-40B4-BE49-F238E27FC236}">
                <a16:creationId xmlns:a16="http://schemas.microsoft.com/office/drawing/2014/main" id="{3B512A74-75CF-9BD0-220A-2635D0FE066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267CD5E-26CF-4249-8540-BB1D07FD4227}" type="slidenum">
              <a:t>‹#›</a:t>
            </a:fld>
            <a:endParaRPr/>
          </a:p>
        </p:txBody>
      </p:sp>
    </p:spTree>
  </p:cSld>
</p:sldLayout>
</file>

<file path=ppt/slideLayouts/slideLayout6.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BD89C836-F4D4-9B58-2D26-DBC3E659121C}"/>
              </a:ext>
            </a:extLst>
          </p:cNvPr>
          <p:cNvSpPr>
            <a:spLocks xmlns:a="http://schemas.openxmlformats.org/drawingml/2006/main" noGrp="1"/>
          </p:cNvSpPr>
          <p:nvPr>
            <p:ph type="title" idx="0" hasCustomPrompt="1"/>
          </p:nvPr>
        </p:nvSpPr>
        <p:spPr>
          <a:xfrm xmlns:a="http://schemas.openxmlformats.org/drawingml/2006/main">
            <a:off x="644769" y="365125"/>
            <a:ext cx="10710619" cy="1325563"/>
          </a:xfrm>
        </p:spPr>
        <p:txBody>
          <a:bodyPr xmlns:a="http://schemas.openxmlformats.org/drawingml/2006/main"/>
          <a:lstStyle xmlns:a="http://schemas.openxmlformats.org/drawingml/2006/main"/>
          <a:p xmlns:a="http://schemas.openxmlformats.org/drawingml/2006/main">
            <a:r>
              <a:t>CLICK TO EDIT TITLE</a:t>
            </a:r>
          </a:p>
        </p:txBody>
      </p:sp>
      <p:sp>
        <p:nvSpPr>
          <p:cNvPr id="3" name="Content Placeholder 2">
            <a:extLst xmlns:a="http://schemas.openxmlformats.org/drawingml/2006/main">
              <a:ext uri="{FF2B5EF4-FFF2-40B4-BE49-F238E27FC236}">
                <a16:creationId xmlns:a16="http://schemas.microsoft.com/office/drawing/2014/main" id="{55861FEF-A671-1F7D-9144-4A18E9166FFA}"/>
              </a:ext>
            </a:extLst>
          </p:cNvPr>
          <p:cNvSpPr>
            <a:spLocks xmlns:a="http://schemas.openxmlformats.org/drawingml/2006/main" noGrp="1"/>
          </p:cNvSpPr>
          <p:nvPr>
            <p:ph idx="1" hasCustomPrompt="1"/>
          </p:nvPr>
        </p:nvSpPr>
        <p:spPr>
          <a:xfrm xmlns:a="http://schemas.openxmlformats.org/drawingml/2006/main">
            <a:off x="644773" y="1825625"/>
            <a:ext cx="3296919" cy="4351339"/>
          </a:xfrm>
        </p:spPr>
        <p:txBody>
          <a:bodyPr xmlns:a="http://schemas.openxmlformats.org/drawingml/2006/main"/>
          <a:lstStyle xmlns:a="http://schemas.openxmlformats.org/drawingml/2006/main"/>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Content Placeholder 3">
            <a:extLst xmlns:a="http://schemas.openxmlformats.org/drawingml/2006/main">
              <a:ext uri="{FF2B5EF4-FFF2-40B4-BE49-F238E27FC236}">
                <a16:creationId xmlns:a16="http://schemas.microsoft.com/office/drawing/2014/main" id="{F52BFFF7-3F56-AD0F-118D-AF92E147DB0A}"/>
              </a:ext>
            </a:extLst>
          </p:cNvPr>
          <p:cNvSpPr>
            <a:spLocks xmlns:a="http://schemas.openxmlformats.org/drawingml/2006/main" noGrp="1"/>
          </p:cNvSpPr>
          <p:nvPr>
            <p:ph idx="13" hasCustomPrompt="1"/>
          </p:nvPr>
        </p:nvSpPr>
        <p:spPr>
          <a:xfrm xmlns:a="http://schemas.openxmlformats.org/drawingml/2006/main">
            <a:off x="4351622" y="1825625"/>
            <a:ext cx="3296919" cy="4351339"/>
          </a:xfrm>
        </p:spPr>
        <p:txBody>
          <a:bodyPr xmlns:a="http://schemas.openxmlformats.org/drawingml/2006/main"/>
          <a:lstStyle xmlns:a="http://schemas.openxmlformats.org/drawingml/2006/main"/>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63BBBBC6-6719-80F5-099C-8B072696F417}"/>
              </a:ext>
            </a:extLst>
          </p:cNvPr>
          <p:cNvSpPr>
            <a:spLocks xmlns:a="http://schemas.openxmlformats.org/drawingml/2006/main" noGrp="1"/>
          </p:cNvSpPr>
          <p:nvPr>
            <p:ph idx="2" hasCustomPrompt="1"/>
          </p:nvPr>
        </p:nvSpPr>
        <p:spPr>
          <a:xfrm xmlns:a="http://schemas.openxmlformats.org/drawingml/2006/main">
            <a:off x="8058471" y="1825625"/>
            <a:ext cx="3296919" cy="4351339"/>
          </a:xfrm>
        </p:spPr>
        <p:txBody>
          <a:bodyPr xmlns:a="http://schemas.openxmlformats.org/drawingml/2006/main"/>
          <a:lstStyle xmlns:a="http://schemas.openxmlformats.org/drawingml/2006/main"/>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Slide Number Placeholder 6">
            <a:extLst xmlns:a="http://schemas.openxmlformats.org/drawingml/2006/main">
              <a:ext uri="{FF2B5EF4-FFF2-40B4-BE49-F238E27FC236}">
                <a16:creationId xmlns:a16="http://schemas.microsoft.com/office/drawing/2014/main" id="{3B512A74-75CF-9BD0-220A-2635D0FE066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267CD5E-26CF-4249-8540-BB1D07FD4227}" type="slidenum">
              <a:t>‹#›</a:t>
            </a:fld>
            <a:endParaRPr/>
          </a:p>
        </p:txBody>
      </p:sp>
    </p:spTree>
  </p:cSld>
</p:sldLayout>
</file>

<file path=ppt/slideLayouts/slideLayout7.xml><?xml version="1.0" encoding="utf-8"?>
<p:sldLayout xmlns:p="http://schemas.openxmlformats.org/presentationml/2006/main" preserve="1" userDrawn="1">
  <p:cSld name="Three Content and Subhead">
    <p:spTree>
      <p:nvGrpSpPr>
        <p:cNvPr id="1" name=""/>
        <p:cNvGrpSpPr/>
        <p:nvPr/>
      </p:nvGrpSpPr>
      <p:grpSpPr>
        <a:xfrm xmlns:a="http://schemas.openxmlformats.org/drawingml/2006/main"/>
      </p:grpSpPr>
      <p:sp>
        <p:nvSpPr>
          <p:cNvPr id="10" name="Title 1">
            <a:extLst xmlns:a="http://schemas.openxmlformats.org/drawingml/2006/main">
              <a:ext uri="{FF2B5EF4-FFF2-40B4-BE49-F238E27FC236}">
                <a16:creationId xmlns:a16="http://schemas.microsoft.com/office/drawing/2014/main" id="{8410B2EF-F0F6-7528-D1AE-B660054C2BB6}"/>
              </a:ext>
            </a:extLst>
          </p:cNvPr>
          <p:cNvSpPr>
            <a:spLocks xmlns:a="http://schemas.openxmlformats.org/drawingml/2006/main" noGrp="1"/>
          </p:cNvSpPr>
          <p:nvPr>
            <p:ph type="title" idx="0" hasCustomPrompt="1"/>
          </p:nvPr>
        </p:nvSpPr>
        <p:spPr>
          <a:xfrm xmlns:a="http://schemas.openxmlformats.org/drawingml/2006/main">
            <a:off x="646359" y="365127"/>
            <a:ext cx="10709031" cy="734621"/>
          </a:xfrm>
        </p:spPr>
        <p:txBody>
          <a:bodyPr xmlns:a="http://schemas.openxmlformats.org/drawingml/2006/main"/>
          <a:lstStyle xmlns:a="http://schemas.openxmlformats.org/drawingml/2006/main"/>
          <a:p xmlns:a="http://schemas.openxmlformats.org/drawingml/2006/main">
            <a:r>
              <a:t>CLICK TO EDIT TITLE</a:t>
            </a:r>
          </a:p>
        </p:txBody>
      </p:sp>
      <p:sp>
        <p:nvSpPr>
          <p:cNvPr id="11" name="Text Placeholder 3">
            <a:extLst xmlns:a="http://schemas.openxmlformats.org/drawingml/2006/main">
              <a:ext uri="{FF2B5EF4-FFF2-40B4-BE49-F238E27FC236}">
                <a16:creationId xmlns:a16="http://schemas.microsoft.com/office/drawing/2014/main" id="{38C80B25-96A7-774E-2468-5777A0523942}"/>
              </a:ext>
            </a:extLst>
          </p:cNvPr>
          <p:cNvSpPr>
            <a:spLocks xmlns:a="http://schemas.openxmlformats.org/drawingml/2006/main" noGrp="1"/>
          </p:cNvSpPr>
          <p:nvPr>
            <p:ph type="body" idx="14"/>
          </p:nvPr>
        </p:nvSpPr>
        <p:spPr>
          <a:xfrm xmlns:a="http://schemas.openxmlformats.org/drawingml/2006/main">
            <a:off x="644771" y="1345482"/>
            <a:ext cx="10709031" cy="734620"/>
          </a:xfrm>
        </p:spPr>
        <p:txBody>
          <a:bodyPr xmlns:a="http://schemas.openxmlformats.org/drawingml/2006/main">
            <a:normAutofit/>
          </a:bodyPr>
          <a:lstStyle xmlns:a="http://schemas.openxmlformats.org/drawingml/2006/main">
            <a:lvl1pPr marL="0" indent="0">
              <a:buNone/>
              <a:defRPr sz="2000" b="0" i="0">
                <a:solidFill>
                  <a:schemeClr val="accent1"/>
                </a:solidFill>
                <a:latin typeface="Arial Nova"/>
                <a:ea typeface="Arial Nova"/>
                <a:cs typeface="Arial Nova"/>
              </a:defRPr>
            </a:lvl1pPr>
            <a:lvl2pPr marL="457178" indent="0">
              <a:buNone/>
              <a:defRPr b="0" i="0">
                <a:solidFill>
                  <a:schemeClr val="accent1"/>
                </a:solidFill>
                <a:latin typeface="IBM Plex Sans Light"/>
                <a:ea typeface="IBM Plex Sans Light"/>
                <a:cs typeface="IBM Plex Sans Light"/>
              </a:defRPr>
            </a:lvl2pPr>
            <a:lvl3pPr marL="914354" indent="0">
              <a:buNone/>
              <a:defRPr b="0" i="0">
                <a:solidFill>
                  <a:schemeClr val="accent1"/>
                </a:solidFill>
                <a:latin typeface="IBM Plex Sans Light"/>
                <a:ea typeface="IBM Plex Sans Light"/>
                <a:cs typeface="IBM Plex Sans Light"/>
              </a:defRPr>
            </a:lvl3pPr>
            <a:lvl4pPr marL="1371532" indent="0">
              <a:buNone/>
              <a:defRPr b="0" i="0">
                <a:solidFill>
                  <a:schemeClr val="accent1"/>
                </a:solidFill>
                <a:latin typeface="IBM Plex Sans Light"/>
                <a:ea typeface="IBM Plex Sans Light"/>
                <a:cs typeface="IBM Plex Sans Light"/>
              </a:defRPr>
            </a:lvl4pPr>
            <a:lvl5pPr marL="1828709" indent="0">
              <a:buNone/>
              <a:defRPr b="0" i="0">
                <a:solidFill>
                  <a:schemeClr val="accent1"/>
                </a:solidFill>
                <a:latin typeface="IBM Plex Sans Light"/>
                <a:ea typeface="IBM Plex Sans Light"/>
                <a:cs typeface="IBM Plex Sans Light"/>
              </a:defRPr>
            </a:lvl5pPr>
          </a:lstStyle>
          <a:p xmlns:a="http://schemas.openxmlformats.org/drawingml/2006/main">
            <a:pPr lvl="0">
              <a:buNone/>
            </a:pPr>
            <a:endParaRPr/>
          </a:p>
        </p:txBody>
      </p:sp>
      <p:sp>
        <p:nvSpPr>
          <p:cNvPr id="3" name="Content Placeholder 2">
            <a:extLst xmlns:a="http://schemas.openxmlformats.org/drawingml/2006/main">
              <a:ext uri="{FF2B5EF4-FFF2-40B4-BE49-F238E27FC236}">
                <a16:creationId xmlns:a16="http://schemas.microsoft.com/office/drawing/2014/main" id="{55861FEF-A671-1F7D-9144-4A18E9166FFA}"/>
              </a:ext>
            </a:extLst>
          </p:cNvPr>
          <p:cNvSpPr>
            <a:spLocks xmlns:a="http://schemas.openxmlformats.org/drawingml/2006/main" noGrp="1"/>
          </p:cNvSpPr>
          <p:nvPr>
            <p:ph idx="1" hasCustomPrompt="1"/>
          </p:nvPr>
        </p:nvSpPr>
        <p:spPr>
          <a:xfrm xmlns:a="http://schemas.openxmlformats.org/drawingml/2006/main">
            <a:off x="644773" y="2325836"/>
            <a:ext cx="3296919" cy="3851129"/>
          </a:xfrm>
        </p:spPr>
        <p:txBody>
          <a:bodyPr xmlns:a="http://schemas.openxmlformats.org/drawingml/2006/main"/>
          <a:lstStyle xmlns:a="http://schemas.openxmlformats.org/drawingml/2006/main"/>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Content Placeholder 3">
            <a:extLst xmlns:a="http://schemas.openxmlformats.org/drawingml/2006/main">
              <a:ext uri="{FF2B5EF4-FFF2-40B4-BE49-F238E27FC236}">
                <a16:creationId xmlns:a16="http://schemas.microsoft.com/office/drawing/2014/main" id="{F52BFFF7-3F56-AD0F-118D-AF92E147DB0A}"/>
              </a:ext>
            </a:extLst>
          </p:cNvPr>
          <p:cNvSpPr>
            <a:spLocks xmlns:a="http://schemas.openxmlformats.org/drawingml/2006/main" noGrp="1"/>
          </p:cNvSpPr>
          <p:nvPr>
            <p:ph idx="13" hasCustomPrompt="1"/>
          </p:nvPr>
        </p:nvSpPr>
        <p:spPr>
          <a:xfrm xmlns:a="http://schemas.openxmlformats.org/drawingml/2006/main">
            <a:off x="4351622" y="2325836"/>
            <a:ext cx="3296919" cy="3851129"/>
          </a:xfrm>
        </p:spPr>
        <p:txBody>
          <a:bodyPr xmlns:a="http://schemas.openxmlformats.org/drawingml/2006/main"/>
          <a:lstStyle xmlns:a="http://schemas.openxmlformats.org/drawingml/2006/main"/>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63BBBBC6-6719-80F5-099C-8B072696F417}"/>
              </a:ext>
            </a:extLst>
          </p:cNvPr>
          <p:cNvSpPr>
            <a:spLocks xmlns:a="http://schemas.openxmlformats.org/drawingml/2006/main" noGrp="1"/>
          </p:cNvSpPr>
          <p:nvPr>
            <p:ph idx="2" hasCustomPrompt="1"/>
          </p:nvPr>
        </p:nvSpPr>
        <p:spPr>
          <a:xfrm xmlns:a="http://schemas.openxmlformats.org/drawingml/2006/main">
            <a:off x="8058471" y="2325836"/>
            <a:ext cx="3296919" cy="3851129"/>
          </a:xfrm>
        </p:spPr>
        <p:txBody>
          <a:bodyPr xmlns:a="http://schemas.openxmlformats.org/drawingml/2006/main"/>
          <a:lstStyle xmlns:a="http://schemas.openxmlformats.org/drawingml/2006/main"/>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Slide Number Placeholder 6">
            <a:extLst xmlns:a="http://schemas.openxmlformats.org/drawingml/2006/main">
              <a:ext uri="{FF2B5EF4-FFF2-40B4-BE49-F238E27FC236}">
                <a16:creationId xmlns:a16="http://schemas.microsoft.com/office/drawing/2014/main" id="{3B512A74-75CF-9BD0-220A-2635D0FE066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267CD5E-26CF-4249-8540-BB1D07FD4227}" type="slidenum">
              <a:t>‹#›</a:t>
            </a:fld>
            <a:endParaRPr/>
          </a:p>
        </p:txBody>
      </p:sp>
    </p:spTree>
  </p:cSld>
</p:sldLayout>
</file>

<file path=ppt/slideLayouts/slideLayout8.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BD89C836-F4D4-9B58-2D26-DBC3E659121C}"/>
              </a:ext>
            </a:extLst>
          </p:cNvPr>
          <p:cNvSpPr>
            <a:spLocks xmlns:a="http://schemas.openxmlformats.org/drawingml/2006/main" noGrp="1"/>
          </p:cNvSpPr>
          <p:nvPr>
            <p:ph type="title" idx="0" hasCustomPrompt="1"/>
          </p:nvPr>
        </p:nvSpPr>
        <p:spPr>
          <a:xfrm xmlns:a="http://schemas.openxmlformats.org/drawingml/2006/main">
            <a:off x="644769" y="365125"/>
            <a:ext cx="10710619" cy="1325563"/>
          </a:xfrm>
        </p:spPr>
        <p:txBody>
          <a:bodyPr xmlns:a="http://schemas.openxmlformats.org/drawingml/2006/main"/>
          <a:lstStyle xmlns:a="http://schemas.openxmlformats.org/drawingml/2006/main"/>
          <a:p xmlns:a="http://schemas.openxmlformats.org/drawingml/2006/main">
            <a:r>
              <a:t>CLICK TO EDIT TITLE</a:t>
            </a:r>
          </a:p>
        </p:txBody>
      </p:sp>
      <p:sp>
        <p:nvSpPr>
          <p:cNvPr id="5" name="Text Placeholder 4">
            <a:extLst xmlns:a="http://schemas.openxmlformats.org/drawingml/2006/main">
              <a:ext uri="{FF2B5EF4-FFF2-40B4-BE49-F238E27FC236}">
                <a16:creationId xmlns:a16="http://schemas.microsoft.com/office/drawing/2014/main" id="{CE96A1FF-9563-1D0B-9D8F-4D3CE6D345C1}"/>
              </a:ext>
            </a:extLst>
          </p:cNvPr>
          <p:cNvSpPr>
            <a:spLocks xmlns:a="http://schemas.openxmlformats.org/drawingml/2006/main" noGrp="1"/>
          </p:cNvSpPr>
          <p:nvPr>
            <p:ph type="body" idx="13" hasCustomPrompt="1"/>
          </p:nvPr>
        </p:nvSpPr>
        <p:spPr>
          <a:xfrm xmlns:a="http://schemas.openxmlformats.org/drawingml/2006/main">
            <a:off x="644526" y="1962352"/>
            <a:ext cx="4954588" cy="1828165"/>
          </a:xfrm>
        </p:spPr>
        <p:txBody>
          <a:bodyPr xmlns:a="http://schemas.openxmlformats.org/drawingml/2006/main">
            <a:noAutofit/>
          </a:bodyPr>
          <a:lstStyle xmlns:a="http://schemas.openxmlformats.org/drawingml/2006/main">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xmlns:a="http://schemas.openxmlformats.org/drawingml/2006/main">
            <a:pPr lvl="0">
              <a:buNone/>
            </a:pPr>
            <a:r>
              <a:t>Click to edit text</a:t>
            </a:r>
          </a:p>
        </p:txBody>
      </p:sp>
      <p:sp>
        <p:nvSpPr>
          <p:cNvPr id="9" name="Text Placeholder 4">
            <a:extLst xmlns:a="http://schemas.openxmlformats.org/drawingml/2006/main">
              <a:ext uri="{FF2B5EF4-FFF2-40B4-BE49-F238E27FC236}">
                <a16:creationId xmlns:a16="http://schemas.microsoft.com/office/drawing/2014/main" id="{99928444-9A41-AAEE-EC0C-055B01E3FA33}"/>
              </a:ext>
            </a:extLst>
          </p:cNvPr>
          <p:cNvSpPr>
            <a:spLocks xmlns:a="http://schemas.openxmlformats.org/drawingml/2006/main" noGrp="1"/>
          </p:cNvSpPr>
          <p:nvPr>
            <p:ph type="body" idx="14" hasCustomPrompt="1"/>
          </p:nvPr>
        </p:nvSpPr>
        <p:spPr>
          <a:xfrm xmlns:a="http://schemas.openxmlformats.org/drawingml/2006/main">
            <a:off x="6400803" y="1962352"/>
            <a:ext cx="4954588" cy="1828165"/>
          </a:xfrm>
        </p:spPr>
        <p:txBody>
          <a:bodyPr xmlns:a="http://schemas.openxmlformats.org/drawingml/2006/main">
            <a:noAutofit/>
          </a:bodyPr>
          <a:lstStyle xmlns:a="http://schemas.openxmlformats.org/drawingml/2006/main">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xmlns:a="http://schemas.openxmlformats.org/drawingml/2006/main">
            <a:pPr lvl="0">
              <a:buNone/>
            </a:pPr>
            <a:r>
              <a:t>Click to edit text</a:t>
            </a:r>
          </a:p>
        </p:txBody>
      </p:sp>
      <p:sp>
        <p:nvSpPr>
          <p:cNvPr id="10" name="Text Placeholder 4">
            <a:extLst xmlns:a="http://schemas.openxmlformats.org/drawingml/2006/main">
              <a:ext uri="{FF2B5EF4-FFF2-40B4-BE49-F238E27FC236}">
                <a16:creationId xmlns:a16="http://schemas.microsoft.com/office/drawing/2014/main" id="{157F465B-8F7A-5BDD-5E92-E3A4922D0EB8}"/>
              </a:ext>
            </a:extLst>
          </p:cNvPr>
          <p:cNvSpPr>
            <a:spLocks xmlns:a="http://schemas.openxmlformats.org/drawingml/2006/main" noGrp="1"/>
          </p:cNvSpPr>
          <p:nvPr>
            <p:ph type="body" idx="15" hasCustomPrompt="1"/>
          </p:nvPr>
        </p:nvSpPr>
        <p:spPr>
          <a:xfrm xmlns:a="http://schemas.openxmlformats.org/drawingml/2006/main">
            <a:off x="644526" y="4119680"/>
            <a:ext cx="4954588" cy="1828165"/>
          </a:xfrm>
        </p:spPr>
        <p:txBody>
          <a:bodyPr xmlns:a="http://schemas.openxmlformats.org/drawingml/2006/main">
            <a:noAutofit/>
          </a:bodyPr>
          <a:lstStyle xmlns:a="http://schemas.openxmlformats.org/drawingml/2006/main">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xmlns:a="http://schemas.openxmlformats.org/drawingml/2006/main">
            <a:pPr lvl="0">
              <a:buNone/>
            </a:pPr>
            <a:r>
              <a:t>Click to edit text</a:t>
            </a:r>
          </a:p>
        </p:txBody>
      </p:sp>
      <p:sp>
        <p:nvSpPr>
          <p:cNvPr id="11" name="Text Placeholder 4">
            <a:extLst xmlns:a="http://schemas.openxmlformats.org/drawingml/2006/main">
              <a:ext uri="{FF2B5EF4-FFF2-40B4-BE49-F238E27FC236}">
                <a16:creationId xmlns:a16="http://schemas.microsoft.com/office/drawing/2014/main" id="{8903BE86-C433-D59A-ADA6-4BDB1F1AC224}"/>
              </a:ext>
            </a:extLst>
          </p:cNvPr>
          <p:cNvSpPr>
            <a:spLocks xmlns:a="http://schemas.openxmlformats.org/drawingml/2006/main" noGrp="1"/>
          </p:cNvSpPr>
          <p:nvPr>
            <p:ph type="body" idx="16" hasCustomPrompt="1"/>
          </p:nvPr>
        </p:nvSpPr>
        <p:spPr>
          <a:xfrm xmlns:a="http://schemas.openxmlformats.org/drawingml/2006/main">
            <a:off x="6400803" y="4119680"/>
            <a:ext cx="4954588" cy="1828165"/>
          </a:xfrm>
        </p:spPr>
        <p:txBody>
          <a:bodyPr xmlns:a="http://schemas.openxmlformats.org/drawingml/2006/main">
            <a:noAutofit/>
          </a:bodyPr>
          <a:lstStyle xmlns:a="http://schemas.openxmlformats.org/drawingml/2006/main">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xmlns:a="http://schemas.openxmlformats.org/drawingml/2006/main">
            <a:pPr lvl="0">
              <a:buNone/>
            </a:pPr>
            <a:r>
              <a:t>Click to edit text</a:t>
            </a:r>
          </a:p>
        </p:txBody>
      </p:sp>
      <p:sp>
        <p:nvSpPr>
          <p:cNvPr id="7" name="Slide Number Placeholder 6">
            <a:extLst xmlns:a="http://schemas.openxmlformats.org/drawingml/2006/main">
              <a:ext uri="{FF2B5EF4-FFF2-40B4-BE49-F238E27FC236}">
                <a16:creationId xmlns:a16="http://schemas.microsoft.com/office/drawing/2014/main" id="{3B512A74-75CF-9BD0-220A-2635D0FE066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267CD5E-26CF-4249-8540-BB1D07FD4227}" type="slidenum">
              <a:t>‹#›</a:t>
            </a:fld>
            <a:endParaRPr/>
          </a:p>
        </p:txBody>
      </p:sp>
    </p:spTree>
  </p:cSld>
</p:sldLayout>
</file>

<file path=ppt/slideLayouts/slideLayout9.xml><?xml version="1.0" encoding="utf-8"?>
<p:sldLayout xmlns:p="http://schemas.openxmlformats.org/presentationml/2006/main" preserve="1" userDrawn="1">
  <p:cSld name="Four Content and subhead">
    <p:spTree>
      <p:nvGrpSpPr>
        <p:cNvPr id="1" name=""/>
        <p:cNvGrpSpPr/>
        <p:nvPr/>
      </p:nvGrpSpPr>
      <p:grpSpPr>
        <a:xfrm xmlns:a="http://schemas.openxmlformats.org/drawingml/2006/main"/>
      </p:grpSpPr>
      <p:sp>
        <p:nvSpPr>
          <p:cNvPr id="12" name="Title 1">
            <a:extLst xmlns:a="http://schemas.openxmlformats.org/drawingml/2006/main">
              <a:ext uri="{FF2B5EF4-FFF2-40B4-BE49-F238E27FC236}">
                <a16:creationId xmlns:a16="http://schemas.microsoft.com/office/drawing/2014/main" id="{3590D32B-BE46-D2FF-5124-9FDB39359486}"/>
              </a:ext>
            </a:extLst>
          </p:cNvPr>
          <p:cNvSpPr>
            <a:spLocks xmlns:a="http://schemas.openxmlformats.org/drawingml/2006/main" noGrp="1"/>
          </p:cNvSpPr>
          <p:nvPr>
            <p:ph type="title" idx="0" hasCustomPrompt="1"/>
          </p:nvPr>
        </p:nvSpPr>
        <p:spPr>
          <a:xfrm xmlns:a="http://schemas.openxmlformats.org/drawingml/2006/main">
            <a:off x="646359" y="365127"/>
            <a:ext cx="10709031" cy="734621"/>
          </a:xfrm>
        </p:spPr>
        <p:txBody>
          <a:bodyPr xmlns:a="http://schemas.openxmlformats.org/drawingml/2006/main"/>
          <a:lstStyle xmlns:a="http://schemas.openxmlformats.org/drawingml/2006/main"/>
          <a:p xmlns:a="http://schemas.openxmlformats.org/drawingml/2006/main">
            <a:r>
              <a:t>CLICK TO EDIT TITLE</a:t>
            </a:r>
          </a:p>
        </p:txBody>
      </p:sp>
      <p:sp>
        <p:nvSpPr>
          <p:cNvPr id="13" name="Text Placeholder 3">
            <a:extLst xmlns:a="http://schemas.openxmlformats.org/drawingml/2006/main">
              <a:ext uri="{FF2B5EF4-FFF2-40B4-BE49-F238E27FC236}">
                <a16:creationId xmlns:a16="http://schemas.microsoft.com/office/drawing/2014/main" id="{9FC42B0F-D951-B28C-B437-6054E47EBDFD}"/>
              </a:ext>
            </a:extLst>
          </p:cNvPr>
          <p:cNvSpPr>
            <a:spLocks xmlns:a="http://schemas.openxmlformats.org/drawingml/2006/main" noGrp="1"/>
          </p:cNvSpPr>
          <p:nvPr>
            <p:ph type="body" idx="17" hasCustomPrompt="1"/>
          </p:nvPr>
        </p:nvSpPr>
        <p:spPr>
          <a:xfrm xmlns:a="http://schemas.openxmlformats.org/drawingml/2006/main">
            <a:off x="644771" y="1345482"/>
            <a:ext cx="10709031" cy="734620"/>
          </a:xfrm>
        </p:spPr>
        <p:txBody>
          <a:bodyPr xmlns:a="http://schemas.openxmlformats.org/drawingml/2006/main">
            <a:normAutofit/>
          </a:bodyPr>
          <a:lstStyle xmlns:a="http://schemas.openxmlformats.org/drawingml/2006/main">
            <a:lvl1pPr marL="0" indent="0">
              <a:buNone/>
              <a:defRPr sz="2000" b="0" i="0">
                <a:solidFill>
                  <a:schemeClr val="accent1"/>
                </a:solidFill>
                <a:latin typeface="Arial Nova"/>
                <a:ea typeface="Arial Nova"/>
                <a:cs typeface="Arial Nova"/>
              </a:defRPr>
            </a:lvl1pPr>
            <a:lvl2pPr marL="457178" indent="0">
              <a:buNone/>
              <a:defRPr b="0" i="0">
                <a:solidFill>
                  <a:schemeClr val="accent1"/>
                </a:solidFill>
                <a:latin typeface="IBM Plex Sans Light"/>
                <a:ea typeface="IBM Plex Sans Light"/>
                <a:cs typeface="IBM Plex Sans Light"/>
              </a:defRPr>
            </a:lvl2pPr>
            <a:lvl3pPr marL="914354" indent="0">
              <a:buNone/>
              <a:defRPr b="0" i="0">
                <a:solidFill>
                  <a:schemeClr val="accent1"/>
                </a:solidFill>
                <a:latin typeface="IBM Plex Sans Light"/>
                <a:ea typeface="IBM Plex Sans Light"/>
                <a:cs typeface="IBM Plex Sans Light"/>
              </a:defRPr>
            </a:lvl3pPr>
            <a:lvl4pPr marL="1371532" indent="0">
              <a:buNone/>
              <a:defRPr b="0" i="0">
                <a:solidFill>
                  <a:schemeClr val="accent1"/>
                </a:solidFill>
                <a:latin typeface="IBM Plex Sans Light"/>
                <a:ea typeface="IBM Plex Sans Light"/>
                <a:cs typeface="IBM Plex Sans Light"/>
              </a:defRPr>
            </a:lvl4pPr>
            <a:lvl5pPr marL="1828709" indent="0">
              <a:buNone/>
              <a:defRPr b="0" i="0">
                <a:solidFill>
                  <a:schemeClr val="accent1"/>
                </a:solidFill>
                <a:latin typeface="IBM Plex Sans Light"/>
                <a:ea typeface="IBM Plex Sans Light"/>
                <a:cs typeface="IBM Plex Sans Light"/>
              </a:defRPr>
            </a:lvl5pPr>
          </a:lstStyle>
          <a:p xmlns:a="http://schemas.openxmlformats.org/drawingml/2006/main">
            <a:pPr lvl="0">
              <a:buNone/>
            </a:pPr>
            <a:r>
              <a:t>Click to edit subhead</a:t>
            </a:r>
          </a:p>
        </p:txBody>
      </p:sp>
      <p:sp>
        <p:nvSpPr>
          <p:cNvPr id="5" name="Text Placeholder 4">
            <a:extLst xmlns:a="http://schemas.openxmlformats.org/drawingml/2006/main">
              <a:ext uri="{FF2B5EF4-FFF2-40B4-BE49-F238E27FC236}">
                <a16:creationId xmlns:a16="http://schemas.microsoft.com/office/drawing/2014/main" id="{CE96A1FF-9563-1D0B-9D8F-4D3CE6D345C1}"/>
              </a:ext>
            </a:extLst>
          </p:cNvPr>
          <p:cNvSpPr>
            <a:spLocks xmlns:a="http://schemas.openxmlformats.org/drawingml/2006/main" noGrp="1"/>
          </p:cNvSpPr>
          <p:nvPr>
            <p:ph type="body" idx="13" hasCustomPrompt="1"/>
          </p:nvPr>
        </p:nvSpPr>
        <p:spPr>
          <a:xfrm xmlns:a="http://schemas.openxmlformats.org/drawingml/2006/main">
            <a:off x="644526" y="2233235"/>
            <a:ext cx="4954588" cy="1651807"/>
          </a:xfrm>
        </p:spPr>
        <p:txBody>
          <a:bodyPr xmlns:a="http://schemas.openxmlformats.org/drawingml/2006/main">
            <a:noAutofit/>
          </a:bodyPr>
          <a:lstStyle xmlns:a="http://schemas.openxmlformats.org/drawingml/2006/main">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xmlns:a="http://schemas.openxmlformats.org/drawingml/2006/main">
            <a:pPr lvl="0">
              <a:buNone/>
            </a:pPr>
            <a:r>
              <a:t>Click to edit text</a:t>
            </a:r>
          </a:p>
        </p:txBody>
      </p:sp>
      <p:sp>
        <p:nvSpPr>
          <p:cNvPr id="9" name="Text Placeholder 4">
            <a:extLst xmlns:a="http://schemas.openxmlformats.org/drawingml/2006/main">
              <a:ext uri="{FF2B5EF4-FFF2-40B4-BE49-F238E27FC236}">
                <a16:creationId xmlns:a16="http://schemas.microsoft.com/office/drawing/2014/main" id="{99928444-9A41-AAEE-EC0C-055B01E3FA33}"/>
              </a:ext>
            </a:extLst>
          </p:cNvPr>
          <p:cNvSpPr>
            <a:spLocks xmlns:a="http://schemas.openxmlformats.org/drawingml/2006/main" noGrp="1"/>
          </p:cNvSpPr>
          <p:nvPr>
            <p:ph type="body" idx="14" hasCustomPrompt="1"/>
          </p:nvPr>
        </p:nvSpPr>
        <p:spPr>
          <a:xfrm xmlns:a="http://schemas.openxmlformats.org/drawingml/2006/main">
            <a:off x="6400803" y="2233235"/>
            <a:ext cx="4954588" cy="1651807"/>
          </a:xfrm>
        </p:spPr>
        <p:txBody>
          <a:bodyPr xmlns:a="http://schemas.openxmlformats.org/drawingml/2006/main">
            <a:noAutofit/>
          </a:bodyPr>
          <a:lstStyle xmlns:a="http://schemas.openxmlformats.org/drawingml/2006/main">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xmlns:a="http://schemas.openxmlformats.org/drawingml/2006/main">
            <a:pPr lvl="0">
              <a:buNone/>
            </a:pPr>
            <a:r>
              <a:t>Click to edit text</a:t>
            </a:r>
          </a:p>
        </p:txBody>
      </p:sp>
      <p:sp>
        <p:nvSpPr>
          <p:cNvPr id="10" name="Text Placeholder 4">
            <a:extLst xmlns:a="http://schemas.openxmlformats.org/drawingml/2006/main">
              <a:ext uri="{FF2B5EF4-FFF2-40B4-BE49-F238E27FC236}">
                <a16:creationId xmlns:a16="http://schemas.microsoft.com/office/drawing/2014/main" id="{157F465B-8F7A-5BDD-5E92-E3A4922D0EB8}"/>
              </a:ext>
            </a:extLst>
          </p:cNvPr>
          <p:cNvSpPr>
            <a:spLocks xmlns:a="http://schemas.openxmlformats.org/drawingml/2006/main" noGrp="1"/>
          </p:cNvSpPr>
          <p:nvPr>
            <p:ph type="body" idx="15" hasCustomPrompt="1"/>
          </p:nvPr>
        </p:nvSpPr>
        <p:spPr>
          <a:xfrm xmlns:a="http://schemas.openxmlformats.org/drawingml/2006/main">
            <a:off x="644526" y="4448441"/>
            <a:ext cx="4954588" cy="1651807"/>
          </a:xfrm>
        </p:spPr>
        <p:txBody>
          <a:bodyPr xmlns:a="http://schemas.openxmlformats.org/drawingml/2006/main">
            <a:noAutofit/>
          </a:bodyPr>
          <a:lstStyle xmlns:a="http://schemas.openxmlformats.org/drawingml/2006/main">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xmlns:a="http://schemas.openxmlformats.org/drawingml/2006/main">
            <a:pPr lvl="0">
              <a:buNone/>
            </a:pPr>
            <a:r>
              <a:t>Click to edit text</a:t>
            </a:r>
          </a:p>
        </p:txBody>
      </p:sp>
      <p:sp>
        <p:nvSpPr>
          <p:cNvPr id="11" name="Text Placeholder 4">
            <a:extLst xmlns:a="http://schemas.openxmlformats.org/drawingml/2006/main">
              <a:ext uri="{FF2B5EF4-FFF2-40B4-BE49-F238E27FC236}">
                <a16:creationId xmlns:a16="http://schemas.microsoft.com/office/drawing/2014/main" id="{8903BE86-C433-D59A-ADA6-4BDB1F1AC224}"/>
              </a:ext>
            </a:extLst>
          </p:cNvPr>
          <p:cNvSpPr>
            <a:spLocks xmlns:a="http://schemas.openxmlformats.org/drawingml/2006/main" noGrp="1"/>
          </p:cNvSpPr>
          <p:nvPr>
            <p:ph type="body" idx="16" hasCustomPrompt="1"/>
          </p:nvPr>
        </p:nvSpPr>
        <p:spPr>
          <a:xfrm xmlns:a="http://schemas.openxmlformats.org/drawingml/2006/main">
            <a:off x="6400803" y="4448441"/>
            <a:ext cx="4954588" cy="1651807"/>
          </a:xfrm>
        </p:spPr>
        <p:txBody>
          <a:bodyPr xmlns:a="http://schemas.openxmlformats.org/drawingml/2006/main">
            <a:noAutofit/>
          </a:bodyPr>
          <a:lstStyle xmlns:a="http://schemas.openxmlformats.org/drawingml/2006/main">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xmlns:a="http://schemas.openxmlformats.org/drawingml/2006/main">
            <a:pPr lvl="0">
              <a:buNone/>
            </a:pPr>
            <a:r>
              <a:t>Click to edit text</a:t>
            </a:r>
          </a:p>
        </p:txBody>
      </p:sp>
      <p:sp>
        <p:nvSpPr>
          <p:cNvPr id="7" name="Slide Number Placeholder 6">
            <a:extLst xmlns:a="http://schemas.openxmlformats.org/drawingml/2006/main">
              <a:ext uri="{FF2B5EF4-FFF2-40B4-BE49-F238E27FC236}">
                <a16:creationId xmlns:a16="http://schemas.microsoft.com/office/drawing/2014/main" id="{3B512A74-75CF-9BD0-220A-2635D0FE066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267CD5E-26CF-4249-8540-BB1D07FD4227}" type="slidenum">
              <a:t>‹#›</a:t>
            </a:fld>
            <a:endParaRPr/>
          </a:p>
        </p:txBody>
      </p:sp>
    </p:spTree>
  </p:cSld>
</p:sldLayout>
</file>

<file path=ppt/slideLayouts/slideLayout10.xml><?xml version="1.0" encoding="utf-8"?>
<p:sldLayout xmlns:p="http://schemas.openxmlformats.org/presentationml/2006/main" preserve="1" userDrawn="1">
  <p:cSld name="Five Content">
    <p:spTree>
      <p:nvGrpSpPr>
        <p:cNvPr id="1" name=""/>
        <p:cNvGrpSpPr/>
        <p:nvPr/>
      </p:nvGrpSpPr>
      <p:grpSpPr>
        <a:xfrm xmlns:a="http://schemas.openxmlformats.org/drawingml/2006/main"/>
      </p:grpSpPr>
      <p:sp>
        <p:nvSpPr>
          <p:cNvPr id="14" name="Title 1">
            <a:extLst xmlns:a="http://schemas.openxmlformats.org/drawingml/2006/main">
              <a:ext uri="{FF2B5EF4-FFF2-40B4-BE49-F238E27FC236}">
                <a16:creationId xmlns:a16="http://schemas.microsoft.com/office/drawing/2014/main" id="{AF436CFC-B187-8D35-9B90-53CDD3C63724}"/>
              </a:ext>
            </a:extLst>
          </p:cNvPr>
          <p:cNvSpPr>
            <a:spLocks xmlns:a="http://schemas.openxmlformats.org/drawingml/2006/main" noGrp="1"/>
          </p:cNvSpPr>
          <p:nvPr>
            <p:ph type="title" idx="0" hasCustomPrompt="1"/>
          </p:nvPr>
        </p:nvSpPr>
        <p:spPr>
          <a:xfrm xmlns:a="http://schemas.openxmlformats.org/drawingml/2006/main">
            <a:off x="644769" y="365125"/>
            <a:ext cx="10710619" cy="1325563"/>
          </a:xfrm>
        </p:spPr>
        <p:txBody>
          <a:bodyPr xmlns:a="http://schemas.openxmlformats.org/drawingml/2006/main"/>
          <a:lstStyle xmlns:a="http://schemas.openxmlformats.org/drawingml/2006/main"/>
          <a:p xmlns:a="http://schemas.openxmlformats.org/drawingml/2006/main">
            <a:r>
              <a:t>CLICK TO EDIT TITLE</a:t>
            </a:r>
          </a:p>
        </p:txBody>
      </p:sp>
      <p:sp>
        <p:nvSpPr>
          <p:cNvPr id="15" name="Content Placeholder 2">
            <a:extLst xmlns:a="http://schemas.openxmlformats.org/drawingml/2006/main">
              <a:ext uri="{FF2B5EF4-FFF2-40B4-BE49-F238E27FC236}">
                <a16:creationId xmlns:a16="http://schemas.microsoft.com/office/drawing/2014/main" id="{33F4AA73-6270-8996-F775-27ADF208BB76}"/>
              </a:ext>
            </a:extLst>
          </p:cNvPr>
          <p:cNvSpPr>
            <a:spLocks xmlns:a="http://schemas.openxmlformats.org/drawingml/2006/main" noGrp="1"/>
          </p:cNvSpPr>
          <p:nvPr>
            <p:ph idx="1" hasCustomPrompt="1"/>
          </p:nvPr>
        </p:nvSpPr>
        <p:spPr>
          <a:xfrm xmlns:a="http://schemas.openxmlformats.org/drawingml/2006/main">
            <a:off x="644771" y="2210082"/>
            <a:ext cx="4572000" cy="3890163"/>
          </a:xfrm>
        </p:spPr>
        <p:txBody>
          <a:bodyPr xmlns:a="http://schemas.openxmlformats.org/drawingml/2006/main"/>
          <a:lstStyle xmlns:a="http://schemas.openxmlformats.org/drawingml/2006/main"/>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CE96A1FF-9563-1D0B-9D8F-4D3CE6D345C1}"/>
              </a:ext>
            </a:extLst>
          </p:cNvPr>
          <p:cNvSpPr>
            <a:spLocks xmlns:a="http://schemas.openxmlformats.org/drawingml/2006/main" noGrp="1"/>
          </p:cNvSpPr>
          <p:nvPr>
            <p:ph type="body" idx="13" hasCustomPrompt="1"/>
          </p:nvPr>
        </p:nvSpPr>
        <p:spPr>
          <a:xfrm xmlns:a="http://schemas.openxmlformats.org/drawingml/2006/main">
            <a:off x="5359999" y="2210085"/>
            <a:ext cx="2926080" cy="1651807"/>
          </a:xfrm>
        </p:spPr>
        <p:txBody>
          <a:bodyPr xmlns:a="http://schemas.openxmlformats.org/drawingml/2006/main">
            <a:noAutofit/>
          </a:bodyPr>
          <a:lstStyle xmlns:a="http://schemas.openxmlformats.org/drawingml/2006/main">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xmlns:a="http://schemas.openxmlformats.org/drawingml/2006/main">
            <a:pPr lvl="0">
              <a:buNone/>
            </a:pPr>
            <a:r>
              <a:t>Click to edit text</a:t>
            </a:r>
          </a:p>
        </p:txBody>
      </p:sp>
      <p:sp>
        <p:nvSpPr>
          <p:cNvPr id="9" name="Text Placeholder 4">
            <a:extLst xmlns:a="http://schemas.openxmlformats.org/drawingml/2006/main">
              <a:ext uri="{FF2B5EF4-FFF2-40B4-BE49-F238E27FC236}">
                <a16:creationId xmlns:a16="http://schemas.microsoft.com/office/drawing/2014/main" id="{99928444-9A41-AAEE-EC0C-055B01E3FA33}"/>
              </a:ext>
            </a:extLst>
          </p:cNvPr>
          <p:cNvSpPr>
            <a:spLocks xmlns:a="http://schemas.openxmlformats.org/drawingml/2006/main" noGrp="1"/>
          </p:cNvSpPr>
          <p:nvPr>
            <p:ph type="body" idx="14" hasCustomPrompt="1"/>
          </p:nvPr>
        </p:nvSpPr>
        <p:spPr>
          <a:xfrm xmlns:a="http://schemas.openxmlformats.org/drawingml/2006/main">
            <a:off x="8429308" y="2210086"/>
            <a:ext cx="2926080" cy="1651807"/>
          </a:xfrm>
        </p:spPr>
        <p:txBody>
          <a:bodyPr xmlns:a="http://schemas.openxmlformats.org/drawingml/2006/main">
            <a:noAutofit/>
          </a:bodyPr>
          <a:lstStyle xmlns:a="http://schemas.openxmlformats.org/drawingml/2006/main">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xmlns:a="http://schemas.openxmlformats.org/drawingml/2006/main">
            <a:pPr lvl="0">
              <a:buNone/>
            </a:pPr>
            <a:r>
              <a:t>Click to edit text</a:t>
            </a:r>
          </a:p>
        </p:txBody>
      </p:sp>
      <p:sp>
        <p:nvSpPr>
          <p:cNvPr id="10" name="Text Placeholder 4">
            <a:extLst xmlns:a="http://schemas.openxmlformats.org/drawingml/2006/main">
              <a:ext uri="{FF2B5EF4-FFF2-40B4-BE49-F238E27FC236}">
                <a16:creationId xmlns:a16="http://schemas.microsoft.com/office/drawing/2014/main" id="{157F465B-8F7A-5BDD-5E92-E3A4922D0EB8}"/>
              </a:ext>
            </a:extLst>
          </p:cNvPr>
          <p:cNvSpPr>
            <a:spLocks xmlns:a="http://schemas.openxmlformats.org/drawingml/2006/main" noGrp="1"/>
          </p:cNvSpPr>
          <p:nvPr>
            <p:ph type="body" idx="15" hasCustomPrompt="1"/>
          </p:nvPr>
        </p:nvSpPr>
        <p:spPr>
          <a:xfrm xmlns:a="http://schemas.openxmlformats.org/drawingml/2006/main">
            <a:off x="5359999" y="4448439"/>
            <a:ext cx="2926080" cy="1651807"/>
          </a:xfrm>
        </p:spPr>
        <p:txBody>
          <a:bodyPr xmlns:a="http://schemas.openxmlformats.org/drawingml/2006/main">
            <a:noAutofit/>
          </a:bodyPr>
          <a:lstStyle xmlns:a="http://schemas.openxmlformats.org/drawingml/2006/main">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xmlns:a="http://schemas.openxmlformats.org/drawingml/2006/main">
            <a:pPr lvl="0">
              <a:buNone/>
            </a:pPr>
            <a:r>
              <a:t>Click to edit text</a:t>
            </a:r>
          </a:p>
        </p:txBody>
      </p:sp>
      <p:sp>
        <p:nvSpPr>
          <p:cNvPr id="11" name="Text Placeholder 4">
            <a:extLst xmlns:a="http://schemas.openxmlformats.org/drawingml/2006/main">
              <a:ext uri="{FF2B5EF4-FFF2-40B4-BE49-F238E27FC236}">
                <a16:creationId xmlns:a16="http://schemas.microsoft.com/office/drawing/2014/main" id="{8903BE86-C433-D59A-ADA6-4BDB1F1AC224}"/>
              </a:ext>
            </a:extLst>
          </p:cNvPr>
          <p:cNvSpPr>
            <a:spLocks xmlns:a="http://schemas.openxmlformats.org/drawingml/2006/main" noGrp="1"/>
          </p:cNvSpPr>
          <p:nvPr>
            <p:ph type="body" idx="16" hasCustomPrompt="1"/>
          </p:nvPr>
        </p:nvSpPr>
        <p:spPr>
          <a:xfrm xmlns:a="http://schemas.openxmlformats.org/drawingml/2006/main">
            <a:off x="8429308" y="4448441"/>
            <a:ext cx="2926080" cy="1651807"/>
          </a:xfrm>
        </p:spPr>
        <p:txBody>
          <a:bodyPr xmlns:a="http://schemas.openxmlformats.org/drawingml/2006/main">
            <a:noAutofit/>
          </a:bodyPr>
          <a:lstStyle xmlns:a="http://schemas.openxmlformats.org/drawingml/2006/main">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xmlns:a="http://schemas.openxmlformats.org/drawingml/2006/main">
            <a:pPr lvl="0">
              <a:buNone/>
            </a:pPr>
            <a:r>
              <a:t>Click to edit text</a:t>
            </a:r>
          </a:p>
        </p:txBody>
      </p:sp>
      <p:sp>
        <p:nvSpPr>
          <p:cNvPr id="7" name="Slide Number Placeholder 6">
            <a:extLst xmlns:a="http://schemas.openxmlformats.org/drawingml/2006/main">
              <a:ext uri="{FF2B5EF4-FFF2-40B4-BE49-F238E27FC236}">
                <a16:creationId xmlns:a16="http://schemas.microsoft.com/office/drawing/2014/main" id="{3B512A74-75CF-9BD0-220A-2635D0FE066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267CD5E-26CF-4249-8540-BB1D07FD4227}" type="slidenum">
              <a:t>‹#›</a:t>
            </a:fld>
            <a:endParaRPr/>
          </a:p>
        </p:txBody>
      </p:sp>
    </p:spTree>
  </p:cSld>
</p:sldLayout>
</file>

<file path=ppt/slideLayouts/slideLayout11.xml><?xml version="1.0" encoding="utf-8"?>
<p:sldLayout xmlns:p="http://schemas.openxmlformats.org/presentationml/2006/main" preserve="1" userDrawn="1">
  <p:cSld name="Five Content and subhead">
    <p:spTree>
      <p:nvGrpSpPr>
        <p:cNvPr id="1" name=""/>
        <p:cNvGrpSpPr/>
        <p:nvPr/>
      </p:nvGrpSpPr>
      <p:grpSpPr>
        <a:xfrm xmlns:a="http://schemas.openxmlformats.org/drawingml/2006/main"/>
      </p:grpSpPr>
      <p:sp>
        <p:nvSpPr>
          <p:cNvPr id="12" name="Title 1">
            <a:extLst xmlns:a="http://schemas.openxmlformats.org/drawingml/2006/main">
              <a:ext uri="{FF2B5EF4-FFF2-40B4-BE49-F238E27FC236}">
                <a16:creationId xmlns:a16="http://schemas.microsoft.com/office/drawing/2014/main" id="{3590D32B-BE46-D2FF-5124-9FDB39359486}"/>
              </a:ext>
            </a:extLst>
          </p:cNvPr>
          <p:cNvSpPr>
            <a:spLocks xmlns:a="http://schemas.openxmlformats.org/drawingml/2006/main" noGrp="1"/>
          </p:cNvSpPr>
          <p:nvPr>
            <p:ph type="title" idx="0" hasCustomPrompt="1"/>
          </p:nvPr>
        </p:nvSpPr>
        <p:spPr>
          <a:xfrm xmlns:a="http://schemas.openxmlformats.org/drawingml/2006/main">
            <a:off x="646359" y="365127"/>
            <a:ext cx="10709031" cy="734621"/>
          </a:xfrm>
        </p:spPr>
        <p:txBody>
          <a:bodyPr xmlns:a="http://schemas.openxmlformats.org/drawingml/2006/main"/>
          <a:lstStyle xmlns:a="http://schemas.openxmlformats.org/drawingml/2006/main"/>
          <a:p xmlns:a="http://schemas.openxmlformats.org/drawingml/2006/main">
            <a:r>
              <a:t>CLICK TO EDIT TITLE</a:t>
            </a:r>
          </a:p>
        </p:txBody>
      </p:sp>
      <p:sp>
        <p:nvSpPr>
          <p:cNvPr id="13" name="Text Placeholder 3">
            <a:extLst xmlns:a="http://schemas.openxmlformats.org/drawingml/2006/main">
              <a:ext uri="{FF2B5EF4-FFF2-40B4-BE49-F238E27FC236}">
                <a16:creationId xmlns:a16="http://schemas.microsoft.com/office/drawing/2014/main" id="{9FC42B0F-D951-B28C-B437-6054E47EBDFD}"/>
              </a:ext>
            </a:extLst>
          </p:cNvPr>
          <p:cNvSpPr>
            <a:spLocks xmlns:a="http://schemas.openxmlformats.org/drawingml/2006/main" noGrp="1"/>
          </p:cNvSpPr>
          <p:nvPr>
            <p:ph type="body" idx="17" hasCustomPrompt="1"/>
          </p:nvPr>
        </p:nvSpPr>
        <p:spPr>
          <a:xfrm xmlns:a="http://schemas.openxmlformats.org/drawingml/2006/main">
            <a:off x="644771" y="1345482"/>
            <a:ext cx="10709031" cy="734620"/>
          </a:xfrm>
        </p:spPr>
        <p:txBody>
          <a:bodyPr xmlns:a="http://schemas.openxmlformats.org/drawingml/2006/main">
            <a:normAutofit/>
          </a:bodyPr>
          <a:lstStyle xmlns:a="http://schemas.openxmlformats.org/drawingml/2006/main">
            <a:lvl1pPr marL="0" indent="0">
              <a:buNone/>
              <a:defRPr sz="2000" b="0" i="0">
                <a:solidFill>
                  <a:schemeClr val="accent1"/>
                </a:solidFill>
                <a:latin typeface="Arial Nova"/>
                <a:ea typeface="Arial Nova"/>
                <a:cs typeface="Arial Nova"/>
              </a:defRPr>
            </a:lvl1pPr>
            <a:lvl2pPr marL="457178" indent="0">
              <a:buNone/>
              <a:defRPr b="0" i="0">
                <a:solidFill>
                  <a:schemeClr val="accent1"/>
                </a:solidFill>
                <a:latin typeface="IBM Plex Sans Light"/>
                <a:ea typeface="IBM Plex Sans Light"/>
                <a:cs typeface="IBM Plex Sans Light"/>
              </a:defRPr>
            </a:lvl2pPr>
            <a:lvl3pPr marL="914354" indent="0">
              <a:buNone/>
              <a:defRPr b="0" i="0">
                <a:solidFill>
                  <a:schemeClr val="accent1"/>
                </a:solidFill>
                <a:latin typeface="IBM Plex Sans Light"/>
                <a:ea typeface="IBM Plex Sans Light"/>
                <a:cs typeface="IBM Plex Sans Light"/>
              </a:defRPr>
            </a:lvl3pPr>
            <a:lvl4pPr marL="1371532" indent="0">
              <a:buNone/>
              <a:defRPr b="0" i="0">
                <a:solidFill>
                  <a:schemeClr val="accent1"/>
                </a:solidFill>
                <a:latin typeface="IBM Plex Sans Light"/>
                <a:ea typeface="IBM Plex Sans Light"/>
                <a:cs typeface="IBM Plex Sans Light"/>
              </a:defRPr>
            </a:lvl4pPr>
            <a:lvl5pPr marL="1828709" indent="0">
              <a:buNone/>
              <a:defRPr b="0" i="0">
                <a:solidFill>
                  <a:schemeClr val="accent1"/>
                </a:solidFill>
                <a:latin typeface="IBM Plex Sans Light"/>
                <a:ea typeface="IBM Plex Sans Light"/>
                <a:cs typeface="IBM Plex Sans Light"/>
              </a:defRPr>
            </a:lvl5pPr>
          </a:lstStyle>
          <a:p xmlns:a="http://schemas.openxmlformats.org/drawingml/2006/main">
            <a:pPr lvl="0">
              <a:buNone/>
            </a:pPr>
            <a:r>
              <a:t>Click to edit subhead</a:t>
            </a:r>
          </a:p>
        </p:txBody>
      </p:sp>
      <p:sp>
        <p:nvSpPr>
          <p:cNvPr id="15" name="Content Placeholder 2">
            <a:extLst xmlns:a="http://schemas.openxmlformats.org/drawingml/2006/main">
              <a:ext uri="{FF2B5EF4-FFF2-40B4-BE49-F238E27FC236}">
                <a16:creationId xmlns:a16="http://schemas.microsoft.com/office/drawing/2014/main" id="{33F4AA73-6270-8996-F775-27ADF208BB76}"/>
              </a:ext>
            </a:extLst>
          </p:cNvPr>
          <p:cNvSpPr>
            <a:spLocks xmlns:a="http://schemas.openxmlformats.org/drawingml/2006/main" noGrp="1"/>
          </p:cNvSpPr>
          <p:nvPr>
            <p:ph idx="1" hasCustomPrompt="1"/>
          </p:nvPr>
        </p:nvSpPr>
        <p:spPr>
          <a:xfrm xmlns:a="http://schemas.openxmlformats.org/drawingml/2006/main">
            <a:off x="644771" y="2210082"/>
            <a:ext cx="4572000" cy="3890163"/>
          </a:xfrm>
        </p:spPr>
        <p:txBody>
          <a:bodyPr xmlns:a="http://schemas.openxmlformats.org/drawingml/2006/main"/>
          <a:lstStyle xmlns:a="http://schemas.openxmlformats.org/drawingml/2006/main"/>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CE96A1FF-9563-1D0B-9D8F-4D3CE6D345C1}"/>
              </a:ext>
            </a:extLst>
          </p:cNvPr>
          <p:cNvSpPr>
            <a:spLocks xmlns:a="http://schemas.openxmlformats.org/drawingml/2006/main" noGrp="1"/>
          </p:cNvSpPr>
          <p:nvPr>
            <p:ph type="body" idx="13" hasCustomPrompt="1"/>
          </p:nvPr>
        </p:nvSpPr>
        <p:spPr>
          <a:xfrm xmlns:a="http://schemas.openxmlformats.org/drawingml/2006/main">
            <a:off x="5359205" y="2210086"/>
            <a:ext cx="2926080" cy="1651807"/>
          </a:xfrm>
        </p:spPr>
        <p:txBody>
          <a:bodyPr xmlns:a="http://schemas.openxmlformats.org/drawingml/2006/main">
            <a:noAutofit/>
          </a:bodyPr>
          <a:lstStyle xmlns:a="http://schemas.openxmlformats.org/drawingml/2006/main">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xmlns:a="http://schemas.openxmlformats.org/drawingml/2006/main">
            <a:pPr lvl="0">
              <a:buNone/>
            </a:pPr>
            <a:r>
              <a:t>Click to edit text</a:t>
            </a:r>
          </a:p>
        </p:txBody>
      </p:sp>
      <p:sp>
        <p:nvSpPr>
          <p:cNvPr id="9" name="Text Placeholder 4">
            <a:extLst xmlns:a="http://schemas.openxmlformats.org/drawingml/2006/main">
              <a:ext uri="{FF2B5EF4-FFF2-40B4-BE49-F238E27FC236}">
                <a16:creationId xmlns:a16="http://schemas.microsoft.com/office/drawing/2014/main" id="{99928444-9A41-AAEE-EC0C-055B01E3FA33}"/>
              </a:ext>
            </a:extLst>
          </p:cNvPr>
          <p:cNvSpPr>
            <a:spLocks xmlns:a="http://schemas.openxmlformats.org/drawingml/2006/main" noGrp="1"/>
          </p:cNvSpPr>
          <p:nvPr>
            <p:ph type="body" idx="14" hasCustomPrompt="1"/>
          </p:nvPr>
        </p:nvSpPr>
        <p:spPr>
          <a:xfrm xmlns:a="http://schemas.openxmlformats.org/drawingml/2006/main">
            <a:off x="8427720" y="2210086"/>
            <a:ext cx="2926080" cy="1651807"/>
          </a:xfrm>
        </p:spPr>
        <p:txBody>
          <a:bodyPr xmlns:a="http://schemas.openxmlformats.org/drawingml/2006/main">
            <a:noAutofit/>
          </a:bodyPr>
          <a:lstStyle xmlns:a="http://schemas.openxmlformats.org/drawingml/2006/main">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xmlns:a="http://schemas.openxmlformats.org/drawingml/2006/main">
            <a:pPr lvl="0">
              <a:buNone/>
            </a:pPr>
            <a:r>
              <a:t>Click to edit text</a:t>
            </a:r>
          </a:p>
        </p:txBody>
      </p:sp>
      <p:sp>
        <p:nvSpPr>
          <p:cNvPr id="10" name="Text Placeholder 4">
            <a:extLst xmlns:a="http://schemas.openxmlformats.org/drawingml/2006/main">
              <a:ext uri="{FF2B5EF4-FFF2-40B4-BE49-F238E27FC236}">
                <a16:creationId xmlns:a16="http://schemas.microsoft.com/office/drawing/2014/main" id="{157F465B-8F7A-5BDD-5E92-E3A4922D0EB8}"/>
              </a:ext>
            </a:extLst>
          </p:cNvPr>
          <p:cNvSpPr>
            <a:spLocks xmlns:a="http://schemas.openxmlformats.org/drawingml/2006/main" noGrp="1"/>
          </p:cNvSpPr>
          <p:nvPr>
            <p:ph type="body" idx="15" hasCustomPrompt="1"/>
          </p:nvPr>
        </p:nvSpPr>
        <p:spPr>
          <a:xfrm xmlns:a="http://schemas.openxmlformats.org/drawingml/2006/main">
            <a:off x="5359205" y="4448441"/>
            <a:ext cx="2926080" cy="1651807"/>
          </a:xfrm>
        </p:spPr>
        <p:txBody>
          <a:bodyPr xmlns:a="http://schemas.openxmlformats.org/drawingml/2006/main">
            <a:noAutofit/>
          </a:bodyPr>
          <a:lstStyle xmlns:a="http://schemas.openxmlformats.org/drawingml/2006/main">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xmlns:a="http://schemas.openxmlformats.org/drawingml/2006/main">
            <a:pPr lvl="0">
              <a:buNone/>
            </a:pPr>
            <a:r>
              <a:t>Click to edit text</a:t>
            </a:r>
          </a:p>
        </p:txBody>
      </p:sp>
      <p:sp>
        <p:nvSpPr>
          <p:cNvPr id="11" name="Text Placeholder 4">
            <a:extLst xmlns:a="http://schemas.openxmlformats.org/drawingml/2006/main">
              <a:ext uri="{FF2B5EF4-FFF2-40B4-BE49-F238E27FC236}">
                <a16:creationId xmlns:a16="http://schemas.microsoft.com/office/drawing/2014/main" id="{8903BE86-C433-D59A-ADA6-4BDB1F1AC224}"/>
              </a:ext>
            </a:extLst>
          </p:cNvPr>
          <p:cNvSpPr>
            <a:spLocks xmlns:a="http://schemas.openxmlformats.org/drawingml/2006/main" noGrp="1"/>
          </p:cNvSpPr>
          <p:nvPr>
            <p:ph type="body" idx="16" hasCustomPrompt="1"/>
          </p:nvPr>
        </p:nvSpPr>
        <p:spPr>
          <a:xfrm xmlns:a="http://schemas.openxmlformats.org/drawingml/2006/main">
            <a:off x="8427720" y="4448441"/>
            <a:ext cx="2926080" cy="1651807"/>
          </a:xfrm>
        </p:spPr>
        <p:txBody>
          <a:bodyPr xmlns:a="http://schemas.openxmlformats.org/drawingml/2006/main">
            <a:noAutofit/>
          </a:bodyPr>
          <a:lstStyle xmlns:a="http://schemas.openxmlformats.org/drawingml/2006/main">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xmlns:a="http://schemas.openxmlformats.org/drawingml/2006/main">
            <a:pPr lvl="0">
              <a:buNone/>
            </a:pPr>
            <a:r>
              <a:t>Click to edit text</a:t>
            </a:r>
          </a:p>
        </p:txBody>
      </p:sp>
      <p:sp>
        <p:nvSpPr>
          <p:cNvPr id="7" name="Slide Number Placeholder 6">
            <a:extLst xmlns:a="http://schemas.openxmlformats.org/drawingml/2006/main">
              <a:ext uri="{FF2B5EF4-FFF2-40B4-BE49-F238E27FC236}">
                <a16:creationId xmlns:a16="http://schemas.microsoft.com/office/drawing/2014/main" id="{3B512A74-75CF-9BD0-220A-2635D0FE066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267CD5E-26CF-4249-8540-BB1D07FD4227}" type="slidenum">
              <a:t>‹#›</a:t>
            </a:fld>
            <a:endParaRPr/>
          </a:p>
        </p:txBody>
      </p:sp>
    </p:spTree>
  </p:cSld>
</p:sldLayout>
</file>

<file path=ppt/slideLayouts/slideLayout12.xml><?xml version="1.0" encoding="utf-8"?>
<p:sldLayout xmlns:p="http://schemas.openxmlformats.org/presentationml/2006/main" preserve="1" userDrawn="1">
  <p:cSld name="Two Content, Subhead">
    <p:spTree>
      <p:nvGrpSpPr>
        <p:cNvPr id="1" name=""/>
        <p:cNvGrpSpPr/>
        <p:nvPr/>
      </p:nvGrpSpPr>
      <p:grpSpPr>
        <a:xfrm xmlns:a="http://schemas.openxmlformats.org/drawingml/2006/main"/>
      </p:grpSpPr>
      <p:sp>
        <p:nvSpPr>
          <p:cNvPr id="6" name="Title 1">
            <a:extLst xmlns:a="http://schemas.openxmlformats.org/drawingml/2006/main">
              <a:ext uri="{FF2B5EF4-FFF2-40B4-BE49-F238E27FC236}">
                <a16:creationId xmlns:a16="http://schemas.microsoft.com/office/drawing/2014/main" id="{7CFB8F7E-E499-364F-DBBC-112AB229FB0F}"/>
              </a:ext>
            </a:extLst>
          </p:cNvPr>
          <p:cNvSpPr>
            <a:spLocks xmlns:a="http://schemas.openxmlformats.org/drawingml/2006/main" noGrp="1"/>
          </p:cNvSpPr>
          <p:nvPr>
            <p:ph type="title" idx="0" hasCustomPrompt="1"/>
          </p:nvPr>
        </p:nvSpPr>
        <p:spPr>
          <a:xfrm xmlns:a="http://schemas.openxmlformats.org/drawingml/2006/main">
            <a:off x="646359" y="365127"/>
            <a:ext cx="10709031" cy="734621"/>
          </a:xfrm>
        </p:spPr>
        <p:txBody>
          <a:bodyPr xmlns:a="http://schemas.openxmlformats.org/drawingml/2006/main"/>
          <a:lstStyle xmlns:a="http://schemas.openxmlformats.org/drawingml/2006/main"/>
          <a:p xmlns:a="http://schemas.openxmlformats.org/drawingml/2006/main">
            <a:r>
              <a:t>CLICK TO EDIT TITLE</a:t>
            </a:r>
          </a:p>
        </p:txBody>
      </p:sp>
      <p:sp>
        <p:nvSpPr>
          <p:cNvPr id="9" name="Text Placeholder 3">
            <a:extLst xmlns:a="http://schemas.openxmlformats.org/drawingml/2006/main">
              <a:ext uri="{FF2B5EF4-FFF2-40B4-BE49-F238E27FC236}">
                <a16:creationId xmlns:a16="http://schemas.microsoft.com/office/drawing/2014/main" id="{C2104D11-CF58-8BD0-F89F-27B8D217FA90}"/>
              </a:ext>
            </a:extLst>
          </p:cNvPr>
          <p:cNvSpPr>
            <a:spLocks xmlns:a="http://schemas.openxmlformats.org/drawingml/2006/main" noGrp="1"/>
          </p:cNvSpPr>
          <p:nvPr>
            <p:ph type="body" idx="13" hasCustomPrompt="1"/>
          </p:nvPr>
        </p:nvSpPr>
        <p:spPr>
          <a:xfrm xmlns:a="http://schemas.openxmlformats.org/drawingml/2006/main">
            <a:off x="644771" y="1345482"/>
            <a:ext cx="10709031" cy="734620"/>
          </a:xfrm>
        </p:spPr>
        <p:txBody>
          <a:bodyPr xmlns:a="http://schemas.openxmlformats.org/drawingml/2006/main">
            <a:normAutofit/>
          </a:bodyPr>
          <a:lstStyle xmlns:a="http://schemas.openxmlformats.org/drawingml/2006/main">
            <a:lvl1pPr marL="0" indent="0">
              <a:buNone/>
              <a:defRPr sz="2000" b="0" i="0">
                <a:solidFill>
                  <a:schemeClr val="accent1"/>
                </a:solidFill>
                <a:latin typeface="Arial Nova"/>
                <a:ea typeface="Arial Nova"/>
                <a:cs typeface="Arial Nova"/>
              </a:defRPr>
            </a:lvl1pPr>
            <a:lvl2pPr marL="457178" indent="0">
              <a:buNone/>
              <a:defRPr b="0" i="0">
                <a:solidFill>
                  <a:schemeClr val="accent1"/>
                </a:solidFill>
                <a:latin typeface="IBM Plex Sans Light"/>
                <a:ea typeface="IBM Plex Sans Light"/>
                <a:cs typeface="IBM Plex Sans Light"/>
              </a:defRPr>
            </a:lvl2pPr>
            <a:lvl3pPr marL="914354" indent="0">
              <a:buNone/>
              <a:defRPr b="0" i="0">
                <a:solidFill>
                  <a:schemeClr val="accent1"/>
                </a:solidFill>
                <a:latin typeface="IBM Plex Sans Light"/>
                <a:ea typeface="IBM Plex Sans Light"/>
                <a:cs typeface="IBM Plex Sans Light"/>
              </a:defRPr>
            </a:lvl3pPr>
            <a:lvl4pPr marL="1371532" indent="0">
              <a:buNone/>
              <a:defRPr b="0" i="0">
                <a:solidFill>
                  <a:schemeClr val="accent1"/>
                </a:solidFill>
                <a:latin typeface="IBM Plex Sans Light"/>
                <a:ea typeface="IBM Plex Sans Light"/>
                <a:cs typeface="IBM Plex Sans Light"/>
              </a:defRPr>
            </a:lvl4pPr>
            <a:lvl5pPr marL="1828709" indent="0">
              <a:buNone/>
              <a:defRPr b="0" i="0">
                <a:solidFill>
                  <a:schemeClr val="accent1"/>
                </a:solidFill>
                <a:latin typeface="IBM Plex Sans Light"/>
                <a:ea typeface="IBM Plex Sans Light"/>
                <a:cs typeface="IBM Plex Sans Light"/>
              </a:defRPr>
            </a:lvl5pPr>
          </a:lstStyle>
          <a:p xmlns:a="http://schemas.openxmlformats.org/drawingml/2006/main">
            <a:pPr lvl="0">
              <a:buNone/>
            </a:pPr>
            <a:r>
              <a:t>Click to edit subhead</a:t>
            </a:r>
          </a:p>
        </p:txBody>
      </p:sp>
      <p:sp>
        <p:nvSpPr>
          <p:cNvPr id="3" name="Content Placeholder 2">
            <a:extLst xmlns:a="http://schemas.openxmlformats.org/drawingml/2006/main">
              <a:ext uri="{FF2B5EF4-FFF2-40B4-BE49-F238E27FC236}">
                <a16:creationId xmlns:a16="http://schemas.microsoft.com/office/drawing/2014/main" id="{55861FEF-A671-1F7D-9144-4A18E9166FFA}"/>
              </a:ext>
            </a:extLst>
          </p:cNvPr>
          <p:cNvSpPr>
            <a:spLocks xmlns:a="http://schemas.openxmlformats.org/drawingml/2006/main" noGrp="1"/>
          </p:cNvSpPr>
          <p:nvPr>
            <p:ph idx="1" hasCustomPrompt="1"/>
          </p:nvPr>
        </p:nvSpPr>
        <p:spPr>
          <a:xfrm xmlns:a="http://schemas.openxmlformats.org/drawingml/2006/main">
            <a:off x="644769" y="2325836"/>
            <a:ext cx="5181600" cy="3851129"/>
          </a:xfrm>
        </p:spPr>
        <p:txBody>
          <a:bodyPr xmlns:a="http://schemas.openxmlformats.org/drawingml/2006/main"/>
          <a:lstStyle xmlns:a="http://schemas.openxmlformats.org/drawingml/2006/main"/>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63BBBBC6-6719-80F5-099C-8B072696F417}"/>
              </a:ext>
            </a:extLst>
          </p:cNvPr>
          <p:cNvSpPr>
            <a:spLocks xmlns:a="http://schemas.openxmlformats.org/drawingml/2006/main" noGrp="1"/>
          </p:cNvSpPr>
          <p:nvPr>
            <p:ph idx="2" hasCustomPrompt="1"/>
          </p:nvPr>
        </p:nvSpPr>
        <p:spPr>
          <a:xfrm xmlns:a="http://schemas.openxmlformats.org/drawingml/2006/main">
            <a:off x="6172200" y="2325836"/>
            <a:ext cx="5181600" cy="3851129"/>
          </a:xfrm>
        </p:spPr>
        <p:txBody>
          <a:bodyPr xmlns:a="http://schemas.openxmlformats.org/drawingml/2006/main"/>
          <a:lstStyle xmlns:a="http://schemas.openxmlformats.org/drawingml/2006/main"/>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Slide Number Placeholder 6">
            <a:extLst xmlns:a="http://schemas.openxmlformats.org/drawingml/2006/main">
              <a:ext uri="{FF2B5EF4-FFF2-40B4-BE49-F238E27FC236}">
                <a16:creationId xmlns:a16="http://schemas.microsoft.com/office/drawing/2014/main" id="{3B512A74-75CF-9BD0-220A-2635D0FE066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267CD5E-26CF-4249-8540-BB1D07FD4227}" type="slidenum">
              <a:t>‹#›</a:t>
            </a:fld>
            <a:endParaRPr/>
          </a:p>
        </p:txBody>
      </p:sp>
    </p:spTree>
  </p:cSld>
</p:sldLayout>
</file>

<file path=ppt/slideLayouts/slideLayout13.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7BE74C1-7A20-8CB4-3DD4-EB8A50BB8128}"/>
              </a:ext>
            </a:extLst>
          </p:cNvPr>
          <p:cNvSpPr>
            <a:spLocks xmlns:a="http://schemas.openxmlformats.org/drawingml/2006/main" noGrp="1"/>
          </p:cNvSpPr>
          <p:nvPr>
            <p:ph type="title" idx="0" hasCustomPrompt="1"/>
          </p:nvPr>
        </p:nvSpPr>
        <p:spPr>
          <a:xfrm xmlns:a="http://schemas.openxmlformats.org/drawingml/2006/main">
            <a:off x="644769" y="365125"/>
            <a:ext cx="10710619" cy="1325563"/>
          </a:xfrm>
        </p:spPr>
        <p:txBody>
          <a:bodyPr xmlns:a="http://schemas.openxmlformats.org/drawingml/2006/main"/>
          <a:lstStyle xmlns:a="http://schemas.openxmlformats.org/drawingml/2006/main"/>
          <a:p xmlns:a="http://schemas.openxmlformats.org/drawingml/2006/main">
            <a:r>
              <a:t>CLICK TO EDIT TITLE</a:t>
            </a:r>
          </a:p>
        </p:txBody>
      </p:sp>
      <p:sp>
        <p:nvSpPr>
          <p:cNvPr id="3" name="Text Placeholder 2">
            <a:extLst xmlns:a="http://schemas.openxmlformats.org/drawingml/2006/main">
              <a:ext uri="{FF2B5EF4-FFF2-40B4-BE49-F238E27FC236}">
                <a16:creationId xmlns:a16="http://schemas.microsoft.com/office/drawing/2014/main" id="{817277B2-0A2F-FA77-9E15-CA3A58A5B545}"/>
              </a:ext>
            </a:extLst>
          </p:cNvPr>
          <p:cNvSpPr>
            <a:spLocks xmlns:a="http://schemas.openxmlformats.org/drawingml/2006/main" noGrp="1"/>
          </p:cNvSpPr>
          <p:nvPr>
            <p:ph type="body" idx="1" hasCustomPrompt="1"/>
          </p:nvPr>
        </p:nvSpPr>
        <p:spPr>
          <a:xfrm xmlns:a="http://schemas.openxmlformats.org/drawingml/2006/main">
            <a:off x="644772" y="1681163"/>
            <a:ext cx="5157787" cy="823912"/>
          </a:xfrm>
        </p:spPr>
        <p:txBody>
          <a:bodyPr xmlns:a="http://schemas.openxmlformats.org/drawingml/2006/main" anchor="b"/>
          <a:lstStyle xmlns:a="http://schemas.openxmlformats.org/drawingml/2006/main">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xmlns:a="http://schemas.openxmlformats.org/drawingml/2006/main">
            <a:pPr lvl="0">
              <a:buNone/>
            </a:pPr>
            <a:r>
              <a:t>Click to edit text</a:t>
            </a:r>
          </a:p>
        </p:txBody>
      </p:sp>
      <p:sp>
        <p:nvSpPr>
          <p:cNvPr id="4" name="Content Placeholder 3">
            <a:extLst xmlns:a="http://schemas.openxmlformats.org/drawingml/2006/main">
              <a:ext uri="{FF2B5EF4-FFF2-40B4-BE49-F238E27FC236}">
                <a16:creationId xmlns:a16="http://schemas.microsoft.com/office/drawing/2014/main" id="{07B25F01-3996-B6B6-F8FD-75E9120A8843}"/>
              </a:ext>
            </a:extLst>
          </p:cNvPr>
          <p:cNvSpPr>
            <a:spLocks xmlns:a="http://schemas.openxmlformats.org/drawingml/2006/main" noGrp="1"/>
          </p:cNvSpPr>
          <p:nvPr>
            <p:ph idx="2" hasCustomPrompt="1"/>
          </p:nvPr>
        </p:nvSpPr>
        <p:spPr>
          <a:xfrm xmlns:a="http://schemas.openxmlformats.org/drawingml/2006/main">
            <a:off x="644772" y="2505075"/>
            <a:ext cx="5157787" cy="3684588"/>
          </a:xfrm>
        </p:spPr>
        <p:txBody>
          <a:bodyPr xmlns:a="http://schemas.openxmlformats.org/drawingml/2006/main"/>
          <a:lstStyle xmlns:a="http://schemas.openxmlformats.org/drawingml/2006/main"/>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6F473F84-FD9A-282A-FBCC-F5ADD527FC9F}"/>
              </a:ext>
            </a:extLst>
          </p:cNvPr>
          <p:cNvSpPr>
            <a:spLocks xmlns:a="http://schemas.openxmlformats.org/drawingml/2006/main" noGrp="1"/>
          </p:cNvSpPr>
          <p:nvPr>
            <p:ph type="body" idx="3" hasCustomPrompt="1"/>
          </p:nvPr>
        </p:nvSpPr>
        <p:spPr>
          <a:xfrm xmlns:a="http://schemas.openxmlformats.org/drawingml/2006/main">
            <a:off x="6172202" y="1681163"/>
            <a:ext cx="5183188" cy="823912"/>
          </a:xfrm>
        </p:spPr>
        <p:txBody>
          <a:bodyPr xmlns:a="http://schemas.openxmlformats.org/drawingml/2006/main" anchor="b"/>
          <a:lstStyle xmlns:a="http://schemas.openxmlformats.org/drawingml/2006/main">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xmlns:a="http://schemas.openxmlformats.org/drawingml/2006/main">
            <a:pPr lvl="0">
              <a:buNone/>
            </a:pPr>
            <a:r>
              <a:t>Click to edit text</a:t>
            </a:r>
          </a:p>
        </p:txBody>
      </p:sp>
      <p:sp>
        <p:nvSpPr>
          <p:cNvPr id="6" name="Content Placeholder 5">
            <a:extLst xmlns:a="http://schemas.openxmlformats.org/drawingml/2006/main">
              <a:ext uri="{FF2B5EF4-FFF2-40B4-BE49-F238E27FC236}">
                <a16:creationId xmlns:a16="http://schemas.microsoft.com/office/drawing/2014/main" id="{5EE5DE14-382A-1AC7-A660-8E5831B83608}"/>
              </a:ext>
            </a:extLst>
          </p:cNvPr>
          <p:cNvSpPr>
            <a:spLocks xmlns:a="http://schemas.openxmlformats.org/drawingml/2006/main" noGrp="1"/>
          </p:cNvSpPr>
          <p:nvPr>
            <p:ph idx="4" hasCustomPrompt="1"/>
          </p:nvPr>
        </p:nvSpPr>
        <p:spPr>
          <a:xfrm xmlns:a="http://schemas.openxmlformats.org/drawingml/2006/main">
            <a:off x="6172202" y="2505075"/>
            <a:ext cx="5183188" cy="3684588"/>
          </a:xfrm>
        </p:spPr>
        <p:txBody>
          <a:bodyPr xmlns:a="http://schemas.openxmlformats.org/drawingml/2006/main"/>
          <a:lstStyle xmlns:a="http://schemas.openxmlformats.org/drawingml/2006/main"/>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Slide Number Placeholder 8">
            <a:extLst xmlns:a="http://schemas.openxmlformats.org/drawingml/2006/main">
              <a:ext uri="{FF2B5EF4-FFF2-40B4-BE49-F238E27FC236}">
                <a16:creationId xmlns:a16="http://schemas.microsoft.com/office/drawing/2014/main" id="{9E6D1FFC-28E6-E13A-7721-39658D2AA0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267CD5E-26CF-4249-8540-BB1D07FD4227}" type="slidenum">
              <a:t>‹#›</a:t>
            </a:fld>
            <a:endParaRPr/>
          </a:p>
        </p:txBody>
      </p:sp>
    </p:spTree>
  </p:cSld>
</p:sldLayout>
</file>

<file path=ppt/slideLayouts/slideLayout14.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F327957-9EED-8271-0E72-EFAE0371AF15}"/>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p xmlns:a="http://schemas.openxmlformats.org/drawingml/2006/main">
            <a:r>
              <a:t>CLICK TO EDIT TITLE</a:t>
            </a:r>
          </a:p>
        </p:txBody>
      </p:sp>
      <p:sp>
        <p:nvSpPr>
          <p:cNvPr id="5" name="Slide Number Placeholder 4">
            <a:extLst xmlns:a="http://schemas.openxmlformats.org/drawingml/2006/main">
              <a:ext uri="{FF2B5EF4-FFF2-40B4-BE49-F238E27FC236}">
                <a16:creationId xmlns:a16="http://schemas.microsoft.com/office/drawing/2014/main" id="{D555F4F9-1684-DE61-8B6E-9C5982CDC27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267CD5E-26CF-4249-8540-BB1D07FD4227}" type="slidenum">
              <a:t>‹#›</a:t>
            </a:fld>
            <a:endParaRPr/>
          </a:p>
        </p:txBody>
      </p:sp>
    </p:spTree>
  </p:cSld>
</p:sldLayout>
</file>

<file path=ppt/slideLayouts/slideLayout15.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4" name="Slide Number Placeholder 3">
            <a:extLst xmlns:a="http://schemas.openxmlformats.org/drawingml/2006/main">
              <a:ext uri="{FF2B5EF4-FFF2-40B4-BE49-F238E27FC236}">
                <a16:creationId xmlns:a16="http://schemas.microsoft.com/office/drawing/2014/main" id="{8C93D118-64C2-DAF8-93EF-9D41A6B09A5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267CD5E-26CF-4249-8540-BB1D07FD4227}" type="slidenum">
              <a:t>‹#›</a:t>
            </a:fld>
            <a:endParaRPr/>
          </a:p>
        </p:txBody>
      </p:sp>
    </p:spTree>
  </p:cSld>
</p:sldLayout>
</file>

<file path=ppt/slideLayouts/slideLayout16.xml><?xml version="1.0" encoding="utf-8"?>
<p:sldLayout xmlns:p="http://schemas.openxmlformats.org/presentationml/2006/main" type="blank" preserve="1">
  <p:cSld name="1_Blank">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0546ACC9-E2A9-486E-5749-83DDF3B956C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351" b="0" i="0">
              <a:latin typeface="Arial Nova"/>
              <a:ea typeface="Arial Nova"/>
              <a:cs typeface="Arial Nova"/>
            </a:endParaRPr>
          </a:p>
        </p:txBody>
      </p:sp>
    </p:spTree>
  </p:cSld>
</p:sldLayout>
</file>

<file path=ppt/slideLayouts/slideLayout17.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7" name="Slide Number Placeholder 6">
            <a:extLst xmlns:a="http://schemas.openxmlformats.org/drawingml/2006/main">
              <a:ext uri="{FF2B5EF4-FFF2-40B4-BE49-F238E27FC236}">
                <a16:creationId xmlns:a16="http://schemas.microsoft.com/office/drawing/2014/main" id="{1ABF1B99-BFB4-0688-A8CA-067A988DADE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267CD5E-26CF-4249-8540-BB1D07FD4227}" type="slidenum">
              <a:t>‹#›</a:t>
            </a:fld>
            <a:endParaRPr/>
          </a:p>
        </p:txBody>
      </p:sp>
      <p:sp>
        <p:nvSpPr>
          <p:cNvPr id="3" name="Content Placeholder 2">
            <a:extLst xmlns:a="http://schemas.openxmlformats.org/drawingml/2006/main">
              <a:ext uri="{FF2B5EF4-FFF2-40B4-BE49-F238E27FC236}">
                <a16:creationId xmlns:a16="http://schemas.microsoft.com/office/drawing/2014/main" id="{A1A211F7-F5B3-755A-0FE9-7416E5B6D3BB}"/>
              </a:ext>
            </a:extLst>
          </p:cNvPr>
          <p:cNvSpPr>
            <a:spLocks xmlns:a="http://schemas.openxmlformats.org/drawingml/2006/main" noGrp="1"/>
          </p:cNvSpPr>
          <p:nvPr>
            <p:ph idx="1" hasCustomPrompt="1"/>
          </p:nvPr>
        </p:nvSpPr>
        <p:spPr>
          <a:xfrm xmlns:a="http://schemas.openxmlformats.org/drawingml/2006/main">
            <a:off x="5183188" y="987428"/>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8C1DCA10-F271-79EA-C335-35398B7961CF}"/>
              </a:ext>
            </a:extLst>
          </p:cNvPr>
          <p:cNvSpPr>
            <a:spLocks xmlns:a="http://schemas.openxmlformats.org/drawingml/2006/main" noGrp="1"/>
          </p:cNvSpPr>
          <p:nvPr>
            <p:ph type="body" idx="2" hasCustomPrompt="1"/>
          </p:nvPr>
        </p:nvSpPr>
        <p:spPr>
          <a:xfrm xmlns:a="http://schemas.openxmlformats.org/drawingml/2006/main">
            <a:off x="644773" y="2057402"/>
            <a:ext cx="4127255" cy="3811588"/>
          </a:xfrm>
        </p:spPr>
        <p:txBody>
          <a:bodyPr xmlns:a="http://schemas.openxmlformats.org/drawingml/2006/main"/>
          <a:lstStyle xmlns:a="http://schemas.openxmlformats.org/drawingml/2006/main">
            <a:lvl1pPr marL="0" indent="0">
              <a:buNone/>
              <a:defRPr sz="160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xmlns:a="http://schemas.openxmlformats.org/drawingml/2006/main">
            <a:pPr lvl="0">
              <a:buNone/>
            </a:pPr>
            <a:r>
              <a:t>Click to edit text</a:t>
            </a:r>
          </a:p>
        </p:txBody>
      </p:sp>
      <p:sp>
        <p:nvSpPr>
          <p:cNvPr id="2" name="Title 1">
            <a:extLst xmlns:a="http://schemas.openxmlformats.org/drawingml/2006/main">
              <a:ext uri="{FF2B5EF4-FFF2-40B4-BE49-F238E27FC236}">
                <a16:creationId xmlns:a16="http://schemas.microsoft.com/office/drawing/2014/main" id="{F7F18D82-BCB2-4520-6E3E-BC47DF6E92F2}"/>
              </a:ext>
            </a:extLst>
          </p:cNvPr>
          <p:cNvSpPr>
            <a:spLocks xmlns:a="http://schemas.openxmlformats.org/drawingml/2006/main" noGrp="1"/>
          </p:cNvSpPr>
          <p:nvPr>
            <p:ph type="title" idx="0" hasCustomPrompt="1"/>
          </p:nvPr>
        </p:nvSpPr>
        <p:spPr>
          <a:xfrm xmlns:a="http://schemas.openxmlformats.org/drawingml/2006/main">
            <a:off x="644773" y="457200"/>
            <a:ext cx="4127255"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TITLE</a:t>
            </a:r>
          </a:p>
        </p:txBody>
      </p:sp>
    </p:spTree>
  </p:cSld>
</p:sldLayout>
</file>

<file path=ppt/slideLayouts/slideLayout18.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6BCDE9B-54A8-866E-B788-EB3968761BC7}"/>
              </a:ext>
            </a:extLst>
          </p:cNvPr>
          <p:cNvSpPr>
            <a:spLocks xmlns:a="http://schemas.openxmlformats.org/drawingml/2006/main" noGrp="1"/>
          </p:cNvSpPr>
          <p:nvPr>
            <p:ph type="title" idx="0" hasCustomPrompt="1"/>
          </p:nvPr>
        </p:nvSpPr>
        <p:spPr>
          <a:xfrm xmlns:a="http://schemas.openxmlformats.org/drawingml/2006/main">
            <a:off x="644773" y="457200"/>
            <a:ext cx="4127255"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title</a:t>
            </a:r>
          </a:p>
        </p:txBody>
      </p:sp>
      <p:sp>
        <p:nvSpPr>
          <p:cNvPr id="4" name="Text Placeholder 3">
            <a:extLst xmlns:a="http://schemas.openxmlformats.org/drawingml/2006/main">
              <a:ext uri="{FF2B5EF4-FFF2-40B4-BE49-F238E27FC236}">
                <a16:creationId xmlns:a16="http://schemas.microsoft.com/office/drawing/2014/main" id="{B31F6659-DAE0-7160-C9F6-2C8137D933BD}"/>
              </a:ext>
            </a:extLst>
          </p:cNvPr>
          <p:cNvSpPr>
            <a:spLocks xmlns:a="http://schemas.openxmlformats.org/drawingml/2006/main" noGrp="1"/>
          </p:cNvSpPr>
          <p:nvPr>
            <p:ph type="body" idx="2" hasCustomPrompt="1"/>
          </p:nvPr>
        </p:nvSpPr>
        <p:spPr>
          <a:xfrm xmlns:a="http://schemas.openxmlformats.org/drawingml/2006/main">
            <a:off x="644773" y="2057402"/>
            <a:ext cx="4127255" cy="3811588"/>
          </a:xfrm>
        </p:spPr>
        <p:txBody>
          <a:bodyPr xmlns:a="http://schemas.openxmlformats.org/drawingml/2006/main"/>
          <a:lstStyle xmlns:a="http://schemas.openxmlformats.org/drawingml/2006/main">
            <a:lvl1pPr marL="0" indent="0">
              <a:buNone/>
              <a:defRPr sz="160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xmlns:a="http://schemas.openxmlformats.org/drawingml/2006/main">
            <a:pPr lvl="0">
              <a:buNone/>
            </a:pPr>
            <a:r>
              <a:t>Click to edit text</a:t>
            </a:r>
          </a:p>
        </p:txBody>
      </p:sp>
      <p:sp>
        <p:nvSpPr>
          <p:cNvPr id="3" name="Picture Placeholder 2">
            <a:extLst xmlns:a="http://schemas.openxmlformats.org/drawingml/2006/main">
              <a:ext uri="{FF2B5EF4-FFF2-40B4-BE49-F238E27FC236}">
                <a16:creationId xmlns:a16="http://schemas.microsoft.com/office/drawing/2014/main" id="{3F05E2B1-FC9F-DFC8-B82B-3A9D2B911EBC}"/>
              </a:ext>
            </a:extLst>
          </p:cNvPr>
          <p:cNvSpPr>
            <a:spLocks xmlns:a="http://schemas.openxmlformats.org/drawingml/2006/main" noGrp="1"/>
          </p:cNvSpPr>
          <p:nvPr>
            <p:ph type="pic" idx="1"/>
          </p:nvPr>
        </p:nvSpPr>
        <p:spPr>
          <a:xfrm xmlns:a="http://schemas.openxmlformats.org/drawingml/2006/main">
            <a:off x="5183188" y="987428"/>
            <a:ext cx="6172200" cy="4873625"/>
          </a:xfrm>
        </p:spPr>
        <p:txBody>
          <a:bodyPr xmlns:a="http://schemas.openxmlformats.org/drawingml/2006/main"/>
          <a:lstStyle xmlns:a="http://schemas.openxmlformats.org/drawingml/2006/main">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30ECE5B-0146-1148-6A0D-A0F447C354A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267CD5E-26CF-4249-8540-BB1D07FD4227}" type="slidenum">
              <a:t>‹#›</a:t>
            </a:fld>
            <a:endParaRPr/>
          </a:p>
        </p:txBody>
      </p:sp>
    </p:spTree>
  </p:cSld>
</p:sldLayout>
</file>

<file path=ppt/slideLayouts/slideLayout19.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6F92B4C-D932-924C-A9B9-A7396B7CB503}"/>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p xmlns:a="http://schemas.openxmlformats.org/drawingml/2006/main">
            <a:r>
              <a:t>Click to edit title</a:t>
            </a:r>
          </a:p>
        </p:txBody>
      </p:sp>
      <p:sp>
        <p:nvSpPr>
          <p:cNvPr id="3" name="Vertical Text Placeholder 2">
            <a:extLst xmlns:a="http://schemas.openxmlformats.org/drawingml/2006/main">
              <a:ext uri="{FF2B5EF4-FFF2-40B4-BE49-F238E27FC236}">
                <a16:creationId xmlns:a16="http://schemas.microsoft.com/office/drawing/2014/main" id="{61DF67A6-D1DA-71BB-CCFF-678D91838913}"/>
              </a:ext>
            </a:extLst>
          </p:cNvPr>
          <p:cNvSpPr>
            <a:spLocks xmlns:a="http://schemas.openxmlformats.org/drawingml/2006/main" noGrp="1"/>
          </p:cNvSpPr>
          <p:nvPr>
            <p:ph type="body" idx="1" hasCustomPrompt="1"/>
          </p:nvPr>
        </p:nvSpPr>
        <p:spPr/>
        <p:txBody>
          <a:bodyPr xmlns:a="http://schemas.openxmlformats.org/drawingml/2006/main" vert="eaVert"/>
          <a:lstStyle xmlns:a="http://schemas.openxmlformats.org/drawingml/2006/main"/>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20.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B28CFDF3-4C0B-B588-73E9-559E689FE0AF}"/>
              </a:ext>
            </a:extLst>
          </p:cNvPr>
          <p:cNvSpPr>
            <a:spLocks xmlns:a="http://schemas.openxmlformats.org/drawingml/2006/main" noGrp="1"/>
          </p:cNvSpPr>
          <p:nvPr>
            <p:ph type="title" idx="0"/>
          </p:nvPr>
        </p:nvSpPr>
        <p:spPr>
          <a:xfrm xmlns:a="http://schemas.openxmlformats.org/drawingml/2006/main">
            <a:off x="8724902" y="365127"/>
            <a:ext cx="2628900" cy="5811839"/>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90E20EF8-D417-90E9-AEFA-DB28B8392B89}"/>
              </a:ext>
            </a:extLst>
          </p:cNvPr>
          <p:cNvSpPr>
            <a:spLocks xmlns:a="http://schemas.openxmlformats.org/drawingml/2006/main" noGrp="1"/>
          </p:cNvSpPr>
          <p:nvPr>
            <p:ph type="body" idx="1"/>
          </p:nvPr>
        </p:nvSpPr>
        <p:spPr>
          <a:xfrm xmlns:a="http://schemas.openxmlformats.org/drawingml/2006/main">
            <a:off x="644769" y="365127"/>
            <a:ext cx="7927731" cy="5811839"/>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21.xml><?xml version="1.0" encoding="utf-8"?>
<p:sldLayout xmlns:p="http://schemas.openxmlformats.org/presentationml/2006/main" preserve="1" userDrawn="1">
  <p:cSld name="Thank You Slide">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BE9A1BC7-0009-0549-8F97-13B5D310F8D3}"/>
              </a:ext>
            </a:extLst>
          </p:cNvPr>
          <p:cNvSpPr>
            <a:spLocks xmlns:a="http://schemas.openxmlformats.org/drawingml/2006/main" noGrp="1"/>
          </p:cNvSpPr>
          <p:nvPr/>
        </p:nvSpPr>
        <p:spPr>
          <a:xfrm xmlns:a="http://schemas.openxmlformats.org/drawingml/2006/main">
            <a:off x="0" y="0"/>
            <a:ext cx="9044609" cy="6858000"/>
          </a:xfrm>
          <a:prstGeom xmlns:a="http://schemas.openxmlformats.org/drawingml/2006/main" prst="rect">
            <a:avLst/>
          </a:prstGeom>
          <a:solidFill xmlns:a="http://schemas.openxmlformats.org/drawingml/2006/main">
            <a:schemeClr val="tx1"/>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b="0" i="0">
              <a:latin typeface="Arial"/>
              <a:ea typeface="Arial"/>
              <a:cs typeface="Arial"/>
            </a:endParaRPr>
          </a:p>
        </p:txBody>
      </p:sp>
      <p:pic>
        <p:nvPicPr>
          <p:cNvPr id="12" name="Picture 2"/>
          <p:cNvPicPr>
            <a:picLocks xmlns:a="http://schemas.openxmlformats.org/drawingml/2006/main" noChangeAspect="1"/>
          </p:cNvPicPr>
          <p:nvPr/>
        </p:nvPicPr>
        <p:blipFill>
          <a:blip xmlns:r="http://schemas.openxmlformats.org/officeDocument/2006/relationships" xmlns:a="http://schemas.openxmlformats.org/drawingml/2006/main" r:embed="Rb794b78ad4c74301"/>
          <a:stretch xmlns:a="http://schemas.openxmlformats.org/drawingml/2006/main">
            <a:fillRect l="0" t="0" r="0" b="0"/>
          </a:stretch>
        </p:blipFill>
        <p:spPr>
          <a:xfrm xmlns:a="http://schemas.openxmlformats.org/drawingml/2006/main">
            <a:off x="88900" y="0"/>
            <a:ext cx="12192000" cy="6858000"/>
          </a:xfrm>
          <a:prstGeom xmlns:a="http://schemas.openxmlformats.org/drawingml/2006/main" prst="rect">
            <a:avLst/>
          </a:prstGeom>
        </p:spPr>
      </p:pic>
      <p:sp>
        <p:nvSpPr>
          <p:cNvPr id="5" name="TextBox 4">
            <a:extLst xmlns:a="http://schemas.openxmlformats.org/drawingml/2006/main">
              <a:ext uri="{FF2B5EF4-FFF2-40B4-BE49-F238E27FC236}">
                <a16:creationId xmlns:a16="http://schemas.microsoft.com/office/drawing/2014/main" id="{84B2191C-6994-71BA-A63E-85F5AF6A9776}"/>
              </a:ext>
            </a:extLst>
          </p:cNvPr>
          <p:cNvSpPr>
            <a:spLocks xmlns:a="http://schemas.openxmlformats.org/drawingml/2006/main" noGrp="1"/>
          </p:cNvSpPr>
          <p:nvPr/>
        </p:nvSpPr>
        <p:spPr>
          <a:xfrm xmlns:a="http://schemas.openxmlformats.org/drawingml/2006/main">
            <a:off x="7284722" y="3144277"/>
            <a:ext cx="4245895" cy="92333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5400" b="0" i="0">
                <a:solidFill>
                  <a:schemeClr val="bg1"/>
                </a:solidFill>
                <a:latin typeface="Arial Nova Cond Light"/>
                <a:ea typeface="Arial Nova Cond Light"/>
                <a:cs typeface="Arial Nova Cond Light"/>
              </a:rPr>
              <a:t>THANK YOU</a:t>
            </a:r>
          </a:p>
        </p:txBody>
      </p:sp>
      <p:sp>
        <p:nvSpPr>
          <p:cNvPr id="9" name="TextBox 8">
            <a:extLst xmlns:a="http://schemas.openxmlformats.org/drawingml/2006/main">
              <a:ext uri="{FF2B5EF4-FFF2-40B4-BE49-F238E27FC236}">
                <a16:creationId xmlns:a16="http://schemas.microsoft.com/office/drawing/2014/main" id="{7F2600DA-4934-A3D7-306B-06292C3154B8}"/>
              </a:ext>
            </a:extLst>
          </p:cNvPr>
          <p:cNvSpPr>
            <a:spLocks xmlns:a="http://schemas.openxmlformats.org/drawingml/2006/main" noGrp="1"/>
          </p:cNvSpPr>
          <p:nvPr/>
        </p:nvSpPr>
        <p:spPr>
          <a:xfrm xmlns:a="http://schemas.openxmlformats.org/drawingml/2006/main">
            <a:off x="6096002" y="5170418"/>
            <a:ext cx="5434615" cy="5847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600" b="0" i="0">
                <a:solidFill>
                  <a:schemeClr val="bg1"/>
                </a:solidFill>
                <a:latin typeface="Arial Nova"/>
                <a:ea typeface="Arial Nova"/>
                <a:cs typeface="Arial Nova"/>
              </a:rPr>
              <a:t>Stevens Institute of Technology</a:t>
            </a:r>
            <a:br/>
            <a:r>
              <a:rPr sz="1600" b="0" i="0">
                <a:solidFill>
                  <a:schemeClr val="bg1"/>
                </a:solidFill>
                <a:latin typeface="Arial Nova"/>
                <a:ea typeface="Arial Nova"/>
                <a:cs typeface="Arial Nova"/>
              </a:rPr>
              <a:t>1 Castle Point Terrace, Hoboken, NJ 07030</a:t>
            </a: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emf" Id="R348ed58b6c2446b7" /><Relationship Type="http://schemas.openxmlformats.org/officeDocument/2006/relationships/theme" Target="/ppt/slideMasters/theme/theme2.xml" Id="R223f2d6db3f345a3" /><Relationship Type="http://schemas.openxmlformats.org/officeDocument/2006/relationships/slideLayout" Target="/ppt/slideLayouts/slideLayout1.xml" Id="Rf95d085c5a7b4f62" /><Relationship Type="http://schemas.openxmlformats.org/officeDocument/2006/relationships/slideLayout" Target="/ppt/slideLayouts/slideLayout2.xml" Id="Rfaf60c4d38e743c7" /><Relationship Type="http://schemas.openxmlformats.org/officeDocument/2006/relationships/slideLayout" Target="/ppt/slideLayouts/slideLayout3.xml" Id="R95bbb225a58247a9" /><Relationship Type="http://schemas.openxmlformats.org/officeDocument/2006/relationships/slideLayout" Target="/ppt/slideLayouts/slideLayout4.xml" Id="Rbf761757e1ce4970" /><Relationship Type="http://schemas.openxmlformats.org/officeDocument/2006/relationships/slideLayout" Target="/ppt/slideLayouts/slideLayout5.xml" Id="R06ff391d47984d45" /><Relationship Type="http://schemas.openxmlformats.org/officeDocument/2006/relationships/slideLayout" Target="/ppt/slideLayouts/slideLayout6.xml" Id="R6df55959cf1e4956" /><Relationship Type="http://schemas.openxmlformats.org/officeDocument/2006/relationships/slideLayout" Target="/ppt/slideLayouts/slideLayout7.xml" Id="R4ab435daf53746d3" /><Relationship Type="http://schemas.openxmlformats.org/officeDocument/2006/relationships/slideLayout" Target="/ppt/slideLayouts/slideLayout8.xml" Id="R3d25dd5e717442b3" /><Relationship Type="http://schemas.openxmlformats.org/officeDocument/2006/relationships/slideLayout" Target="/ppt/slideLayouts/slideLayout9.xml" Id="R6fd6fcba63a84b7a" /><Relationship Type="http://schemas.openxmlformats.org/officeDocument/2006/relationships/slideLayout" Target="/ppt/slideLayouts/slideLayout10.xml" Id="R1e88875fc5c849b0" /><Relationship Type="http://schemas.openxmlformats.org/officeDocument/2006/relationships/slideLayout" Target="/ppt/slideLayouts/slideLayout11.xml" Id="R202ef2aa2c8149b6" /><Relationship Type="http://schemas.openxmlformats.org/officeDocument/2006/relationships/slideLayout" Target="/ppt/slideLayouts/slideLayout12.xml" Id="R5c283ae359674a8b" /><Relationship Type="http://schemas.openxmlformats.org/officeDocument/2006/relationships/slideLayout" Target="/ppt/slideLayouts/slideLayout13.xml" Id="Rebb9ac12523e4343" /><Relationship Type="http://schemas.openxmlformats.org/officeDocument/2006/relationships/slideLayout" Target="/ppt/slideLayouts/slideLayout14.xml" Id="R538128804b4e4f36" /><Relationship Type="http://schemas.openxmlformats.org/officeDocument/2006/relationships/slideLayout" Target="/ppt/slideLayouts/slideLayout15.xml" Id="R9cdad0def9044321" /><Relationship Type="http://schemas.openxmlformats.org/officeDocument/2006/relationships/slideLayout" Target="/ppt/slideLayouts/slideLayout16.xml" Id="R799e339cafa341f9" /><Relationship Type="http://schemas.openxmlformats.org/officeDocument/2006/relationships/slideLayout" Target="/ppt/slideLayouts/slideLayout17.xml" Id="R956ae0beac1f439c" /><Relationship Type="http://schemas.openxmlformats.org/officeDocument/2006/relationships/slideLayout" Target="/ppt/slideLayouts/slideLayout18.xml" Id="R37821fc4fbe64e67" /><Relationship Type="http://schemas.openxmlformats.org/officeDocument/2006/relationships/slideLayout" Target="/ppt/slideLayouts/slideLayout19.xml" Id="R3426153f591046ad" /><Relationship Type="http://schemas.openxmlformats.org/officeDocument/2006/relationships/slideLayout" Target="/ppt/slideLayouts/slideLayout20.xml" Id="Rbcb8981c2fdb41bb" /><Relationship Type="http://schemas.openxmlformats.org/officeDocument/2006/relationships/slideLayout" Target="/ppt/slideLayouts/slideLayout21.xml" Id="R3608ea40fd114a1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pic>
        <p:nvPicPr>
          <p:cNvPr id="8" name="Picture 6"/>
          <p:cNvPicPr>
            <a:picLocks xmlns:a="http://schemas.openxmlformats.org/drawingml/2006/main" noChangeAspect="1"/>
          </p:cNvPicPr>
          <p:nvPr/>
        </p:nvPicPr>
        <p:blipFill>
          <a:blip xmlns:r="http://schemas.openxmlformats.org/officeDocument/2006/relationships" xmlns:a="http://schemas.openxmlformats.org/drawingml/2006/main" r:embed="R348ed58b6c2446b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itle Placeholder 1">
            <a:extLst xmlns:a="http://schemas.openxmlformats.org/drawingml/2006/main">
              <a:ext uri="{FF2B5EF4-FFF2-40B4-BE49-F238E27FC236}">
                <a16:creationId xmlns:a16="http://schemas.microsoft.com/office/drawing/2014/main" id="{3D8260AC-B27C-DE3D-E8FB-3000BB8698CA}"/>
              </a:ext>
            </a:extLst>
          </p:cNvPr>
          <p:cNvSpPr>
            <a:spLocks xmlns:a="http://schemas.openxmlformats.org/drawingml/2006/main" noGrp="1"/>
          </p:cNvSpPr>
          <p:nvPr>
            <p:ph type="title" idx="0"/>
          </p:nvPr>
        </p:nvSpPr>
        <p:spPr>
          <a:xfrm xmlns:a="http://schemas.openxmlformats.org/drawingml/2006/main">
            <a:off x="644771" y="365125"/>
            <a:ext cx="10709031" cy="1325563"/>
          </a:xfrm>
          <a:prstGeom xmlns:a="http://schemas.openxmlformats.org/drawingml/2006/main" prst="rect">
            <a:avLst/>
          </a:prstGeom>
        </p:spPr>
        <p:txBody>
          <a:bodyPr xmlns:a="http://schemas.openxmlformats.org/drawingml/2006/main" vert="horz" lIns="91440" tIns="45720" rIns="91440" bIns="45720" anchor="t">
            <a:normAutofit/>
          </a:bodyPr>
          <a:lstStyle xmlns:a="http://schemas.openxmlformats.org/drawingml/2006/main"/>
          <a:p xmlns:a="http://schemas.openxmlformats.org/drawingml/2006/main">
            <a:r>
              <a:t>CLICK TO EDIT TITLE</a:t>
            </a:r>
          </a:p>
        </p:txBody>
      </p:sp>
      <p:sp>
        <p:nvSpPr>
          <p:cNvPr id="3" name="Text Placeholder 2">
            <a:extLst xmlns:a="http://schemas.openxmlformats.org/drawingml/2006/main">
              <a:ext uri="{FF2B5EF4-FFF2-40B4-BE49-F238E27FC236}">
                <a16:creationId xmlns:a16="http://schemas.microsoft.com/office/drawing/2014/main" id="{227D0E4D-9C81-2FCD-CDF4-6788792CAAEC}"/>
              </a:ext>
            </a:extLst>
          </p:cNvPr>
          <p:cNvSpPr>
            <a:spLocks xmlns:a="http://schemas.openxmlformats.org/drawingml/2006/main" noGrp="1"/>
          </p:cNvSpPr>
          <p:nvPr>
            <p:ph type="body" idx="1"/>
          </p:nvPr>
        </p:nvSpPr>
        <p:spPr>
          <a:xfrm xmlns:a="http://schemas.openxmlformats.org/drawingml/2006/main">
            <a:off x="644771" y="1825625"/>
            <a:ext cx="10709031" cy="4235176"/>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Slide Number Placeholder 5">
            <a:extLst xmlns:a="http://schemas.openxmlformats.org/drawingml/2006/main">
              <a:ext uri="{FF2B5EF4-FFF2-40B4-BE49-F238E27FC236}">
                <a16:creationId xmlns:a16="http://schemas.microsoft.com/office/drawing/2014/main" id="{E6FF5758-A04B-569F-5DA2-3E27D28C73D9}"/>
              </a:ext>
            </a:extLst>
          </p:cNvPr>
          <p:cNvSpPr>
            <a:spLocks xmlns:a="http://schemas.openxmlformats.org/drawingml/2006/main" noGrp="1"/>
          </p:cNvSpPr>
          <p:nvPr>
            <p:ph type="sldNum" idx="4"/>
          </p:nvPr>
        </p:nvSpPr>
        <p:spPr>
          <a:xfrm xmlns:a="http://schemas.openxmlformats.org/drawingml/2006/main">
            <a:off x="9375913" y="627684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b="0" i="0">
                <a:solidFill>
                  <a:schemeClr val="accent1"/>
                </a:solidFill>
                <a:latin typeface="Arial Nova"/>
                <a:ea typeface="Arial Nova"/>
                <a:cs typeface="Arial Nova"/>
              </a:defRPr>
            </a:lvl1pPr>
          </a:lstStyle>
          <a:p xmlns:a="http://schemas.openxmlformats.org/drawingml/2006/main">
            <a:fld id="{4267CD5E-26CF-4249-8540-BB1D07FD422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95d085c5a7b4f62"/>
    <p:sldLayoutId xmlns:r="http://schemas.openxmlformats.org/officeDocument/2006/relationships" id="2147483650" r:id="Rfaf60c4d38e743c7"/>
    <p:sldLayoutId xmlns:r="http://schemas.openxmlformats.org/officeDocument/2006/relationships" id="2147483651" r:id="R95bbb225a58247a9"/>
    <p:sldLayoutId xmlns:r="http://schemas.openxmlformats.org/officeDocument/2006/relationships" id="2147483652" r:id="Rbf761757e1ce4970"/>
    <p:sldLayoutId xmlns:r="http://schemas.openxmlformats.org/officeDocument/2006/relationships" id="2147483653" r:id="R06ff391d47984d45"/>
    <p:sldLayoutId xmlns:r="http://schemas.openxmlformats.org/officeDocument/2006/relationships" id="2147483654" r:id="R6df55959cf1e4956"/>
    <p:sldLayoutId xmlns:r="http://schemas.openxmlformats.org/officeDocument/2006/relationships" id="2147483655" r:id="R4ab435daf53746d3"/>
    <p:sldLayoutId xmlns:r="http://schemas.openxmlformats.org/officeDocument/2006/relationships" id="2147483656" r:id="R3d25dd5e717442b3"/>
    <p:sldLayoutId xmlns:r="http://schemas.openxmlformats.org/officeDocument/2006/relationships" id="2147483657" r:id="R6fd6fcba63a84b7a"/>
    <p:sldLayoutId xmlns:r="http://schemas.openxmlformats.org/officeDocument/2006/relationships" id="2147483658" r:id="R1e88875fc5c849b0"/>
    <p:sldLayoutId xmlns:r="http://schemas.openxmlformats.org/officeDocument/2006/relationships" id="2147483659" r:id="R202ef2aa2c8149b6"/>
    <p:sldLayoutId xmlns:r="http://schemas.openxmlformats.org/officeDocument/2006/relationships" id="2147483660" r:id="R5c283ae359674a8b"/>
    <p:sldLayoutId xmlns:r="http://schemas.openxmlformats.org/officeDocument/2006/relationships" id="2147483661" r:id="Rebb9ac12523e4343"/>
    <p:sldLayoutId xmlns:r="http://schemas.openxmlformats.org/officeDocument/2006/relationships" id="2147483662" r:id="R538128804b4e4f36"/>
    <p:sldLayoutId xmlns:r="http://schemas.openxmlformats.org/officeDocument/2006/relationships" id="2147483663" r:id="R9cdad0def9044321"/>
    <p:sldLayoutId xmlns:r="http://schemas.openxmlformats.org/officeDocument/2006/relationships" id="2147483664" r:id="R799e339cafa341f9"/>
    <p:sldLayoutId xmlns:r="http://schemas.openxmlformats.org/officeDocument/2006/relationships" id="2147483665" r:id="R956ae0beac1f439c"/>
    <p:sldLayoutId xmlns:r="http://schemas.openxmlformats.org/officeDocument/2006/relationships" id="2147483666" r:id="R37821fc4fbe64e67"/>
    <p:sldLayoutId xmlns:r="http://schemas.openxmlformats.org/officeDocument/2006/relationships" id="2147483667" r:id="R3426153f591046ad"/>
    <p:sldLayoutId xmlns:r="http://schemas.openxmlformats.org/officeDocument/2006/relationships" id="2147483668" r:id="Rbcb8981c2fdb41bb"/>
    <p:sldLayoutId xmlns:r="http://schemas.openxmlformats.org/officeDocument/2006/relationships" id="2147483669" r:id="R3608ea40fd114a1c"/>
  </p:sldLayoutIdLst>
  <p:hf hdr="0" ftr="0"/>
  <p:txStyles>
    <p:titleStyle>
      <a:lvl1pPr xmlns:a="http://schemas.openxmlformats.org/drawingml/2006/main" algn="l" defTabSz="914354">
        <a:lnSpc>
          <a:spcPct val="90000"/>
        </a:lnSpc>
        <a:spcBef>
          <a:spcPct val="0"/>
        </a:spcBef>
        <a:buNone/>
        <a:defRPr sz="4000" b="1" i="0" kern="1200">
          <a:solidFill>
            <a:schemeClr val="tx1"/>
          </a:solidFill>
          <a:latin typeface="Arial Nova Cond"/>
          <a:ea typeface="Arial Nova Cond"/>
          <a:cs typeface="Arial Nova Cond"/>
        </a:defRPr>
      </a:lvl1pPr>
    </p:titleStyle>
    <p:bodyStyle>
      <a:lvl1pPr xmlns:a="http://schemas.openxmlformats.org/drawingml/2006/main" marL="228600" indent="-228600" algn="l" defTabSz="914354">
        <a:lnSpc>
          <a:spcPct val="90000"/>
        </a:lnSpc>
        <a:spcBef>
          <a:spcPts val="1000"/>
        </a:spcBef>
        <a:buClr>
          <a:schemeClr val="accent4"/>
        </a:buClr>
        <a:buFont typeface="Wingdings"/>
        <a:buChar char="§"/>
        <a:defRPr sz="1800" b="0" i="0" kern="1200">
          <a:solidFill>
            <a:schemeClr val="tx1"/>
          </a:solidFill>
          <a:latin typeface="Arial Nova"/>
          <a:ea typeface="Arial Nova"/>
          <a:cs typeface="Arial Nova"/>
        </a:defRPr>
      </a:lvl1pPr>
      <a:lvl2pPr xmlns:a="http://schemas.openxmlformats.org/drawingml/2006/main" marL="502920" indent="-228600" algn="l" defTabSz="914354">
        <a:lnSpc>
          <a:spcPct val="90000"/>
        </a:lnSpc>
        <a:spcBef>
          <a:spcPts val="500"/>
        </a:spcBef>
        <a:buClr>
          <a:schemeClr val="accent4"/>
        </a:buClr>
        <a:buFont typeface="System Font Regular"/>
        <a:buChar char="-"/>
        <a:defRPr sz="1800" b="0" i="0" kern="1200">
          <a:solidFill>
            <a:schemeClr val="tx1"/>
          </a:solidFill>
          <a:latin typeface="Arial Nova"/>
          <a:ea typeface="Arial Nova"/>
          <a:cs typeface="Arial Nova"/>
        </a:defRPr>
      </a:lvl2pPr>
      <a:lvl3pPr xmlns:a="http://schemas.openxmlformats.org/drawingml/2006/main" marL="777240" indent="-228600" algn="l" defTabSz="914354">
        <a:lnSpc>
          <a:spcPct val="90000"/>
        </a:lnSpc>
        <a:spcBef>
          <a:spcPts val="500"/>
        </a:spcBef>
        <a:buClr>
          <a:schemeClr val="accent4"/>
        </a:buClr>
        <a:buFont typeface="System Font Regular"/>
        <a:buChar char="-"/>
        <a:defRPr sz="1600" b="0" i="0" kern="1200">
          <a:solidFill>
            <a:schemeClr val="tx1"/>
          </a:solidFill>
          <a:latin typeface="Arial Nova"/>
          <a:ea typeface="Arial Nova"/>
          <a:cs typeface="Arial Nova"/>
        </a:defRPr>
      </a:lvl3pPr>
      <a:lvl4pPr xmlns:a="http://schemas.openxmlformats.org/drawingml/2006/main" marL="1005840" indent="-228600" algn="l" defTabSz="914354">
        <a:lnSpc>
          <a:spcPct val="90000"/>
        </a:lnSpc>
        <a:spcBef>
          <a:spcPts val="500"/>
        </a:spcBef>
        <a:buClr>
          <a:schemeClr val="accent4"/>
        </a:buClr>
        <a:buFont typeface="System Font Regular"/>
        <a:buChar char="-"/>
        <a:defRPr sz="1600" b="0" i="0" kern="1200">
          <a:solidFill>
            <a:schemeClr val="tx1"/>
          </a:solidFill>
          <a:latin typeface="Arial Nova"/>
          <a:ea typeface="Arial Nova"/>
          <a:cs typeface="Arial Nova"/>
        </a:defRPr>
      </a:lvl4pPr>
      <a:lvl5pPr xmlns:a="http://schemas.openxmlformats.org/drawingml/2006/main" marL="1280160" indent="-228600" algn="l" defTabSz="914354">
        <a:lnSpc>
          <a:spcPct val="90000"/>
        </a:lnSpc>
        <a:spcBef>
          <a:spcPts val="500"/>
        </a:spcBef>
        <a:buClr>
          <a:schemeClr val="accent4"/>
        </a:buClr>
        <a:buFont typeface="System Font Regular"/>
        <a:buChar char="-"/>
        <a:defRPr sz="1400" b="0" i="0" kern="1200">
          <a:solidFill>
            <a:schemeClr val="tx1"/>
          </a:solidFill>
          <a:latin typeface="Arial Nova"/>
          <a:ea typeface="Arial Nova"/>
          <a:cs typeface="Arial Nova"/>
        </a:defRPr>
      </a:lvl5pPr>
      <a:lvl6pPr xmlns:a="http://schemas.openxmlformats.org/drawingml/2006/main" marL="2514474" indent="-228589" algn="l" defTabSz="914354">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652" indent="-228589" algn="l" defTabSz="914354">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8829" indent="-228589" algn="l" defTabSz="914354">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006" indent="-228589" algn="l" defTabSz="914354">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354">
        <a:buNone/>
        <a:defRPr sz="1800" kern="1200">
          <a:solidFill>
            <a:schemeClr val="tx1"/>
          </a:solidFill>
          <a:latin typeface="+mn-lt"/>
          <a:ea typeface="+mn-lt"/>
          <a:cs typeface="+mn-lt"/>
        </a:defRPr>
      </a:lvl1pPr>
      <a:lvl2pPr xmlns:a="http://schemas.openxmlformats.org/drawingml/2006/main" marL="457178" algn="l" defTabSz="914354">
        <a:buNone/>
        <a:defRPr sz="1800" kern="1200">
          <a:solidFill>
            <a:schemeClr val="tx1"/>
          </a:solidFill>
          <a:latin typeface="+mn-lt"/>
          <a:ea typeface="+mn-lt"/>
          <a:cs typeface="+mn-lt"/>
        </a:defRPr>
      </a:lvl2pPr>
      <a:lvl3pPr xmlns:a="http://schemas.openxmlformats.org/drawingml/2006/main" marL="914354" algn="l" defTabSz="914354">
        <a:buNone/>
        <a:defRPr sz="1800" kern="1200">
          <a:solidFill>
            <a:schemeClr val="tx1"/>
          </a:solidFill>
          <a:latin typeface="+mn-lt"/>
          <a:ea typeface="+mn-lt"/>
          <a:cs typeface="+mn-lt"/>
        </a:defRPr>
      </a:lvl3pPr>
      <a:lvl4pPr xmlns:a="http://schemas.openxmlformats.org/drawingml/2006/main" marL="1371532" algn="l" defTabSz="914354">
        <a:buNone/>
        <a:defRPr sz="1800" kern="1200">
          <a:solidFill>
            <a:schemeClr val="tx1"/>
          </a:solidFill>
          <a:latin typeface="+mn-lt"/>
          <a:ea typeface="+mn-lt"/>
          <a:cs typeface="+mn-lt"/>
        </a:defRPr>
      </a:lvl4pPr>
      <a:lvl5pPr xmlns:a="http://schemas.openxmlformats.org/drawingml/2006/main" marL="1828709" algn="l" defTabSz="914354">
        <a:buNone/>
        <a:defRPr sz="1800" kern="1200">
          <a:solidFill>
            <a:schemeClr val="tx1"/>
          </a:solidFill>
          <a:latin typeface="+mn-lt"/>
          <a:ea typeface="+mn-lt"/>
          <a:cs typeface="+mn-lt"/>
        </a:defRPr>
      </a:lvl5pPr>
      <a:lvl6pPr xmlns:a="http://schemas.openxmlformats.org/drawingml/2006/main" marL="2285886" algn="l" defTabSz="914354">
        <a:buNone/>
        <a:defRPr sz="1800" kern="1200">
          <a:solidFill>
            <a:schemeClr val="tx1"/>
          </a:solidFill>
          <a:latin typeface="+mn-lt"/>
          <a:ea typeface="+mn-lt"/>
          <a:cs typeface="+mn-lt"/>
        </a:defRPr>
      </a:lvl6pPr>
      <a:lvl7pPr xmlns:a="http://schemas.openxmlformats.org/drawingml/2006/main" marL="2743062" algn="l" defTabSz="914354">
        <a:buNone/>
        <a:defRPr sz="1800" kern="1200">
          <a:solidFill>
            <a:schemeClr val="tx1"/>
          </a:solidFill>
          <a:latin typeface="+mn-lt"/>
          <a:ea typeface="+mn-lt"/>
          <a:cs typeface="+mn-lt"/>
        </a:defRPr>
      </a:lvl7pPr>
      <a:lvl8pPr xmlns:a="http://schemas.openxmlformats.org/drawingml/2006/main" marL="3200240" algn="l" defTabSz="914354">
        <a:buNone/>
        <a:defRPr sz="1800" kern="1200">
          <a:solidFill>
            <a:schemeClr val="tx1"/>
          </a:solidFill>
          <a:latin typeface="+mn-lt"/>
          <a:ea typeface="+mn-lt"/>
          <a:cs typeface="+mn-lt"/>
        </a:defRPr>
      </a:lvl8pPr>
      <a:lvl9pPr xmlns:a="http://schemas.openxmlformats.org/drawingml/2006/main" marL="3657418" algn="l" defTabSz="914354">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Stevens">
      <a:dk1>
        <a:srgbClr val="363D45"/>
      </a:dk1>
      <a:lt1>
        <a:srgbClr val="FFFFFF"/>
      </a:lt1>
      <a:dk2>
        <a:srgbClr val="00427F"/>
      </a:dk2>
      <a:lt2>
        <a:srgbClr val="E3E5E6"/>
      </a:lt2>
      <a:accent1>
        <a:srgbClr val="A32537"/>
      </a:accent1>
      <a:accent2>
        <a:srgbClr val="4895CF"/>
      </a:accent2>
      <a:accent3>
        <a:srgbClr val="EBC73A"/>
      </a:accent3>
      <a:accent4>
        <a:srgbClr val="E6832E"/>
      </a:accent4>
      <a:accent5>
        <a:srgbClr val="E7F2FB"/>
      </a:accent5>
      <a:accent6>
        <a:srgbClr val="FFF2E8"/>
      </a:accent6>
      <a:hlink>
        <a:srgbClr val="0000FF"/>
      </a:hlink>
      <a:folHlink>
        <a:srgbClr val="80008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Steven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0997944ce154502" /><Relationship Type="http://schemas.openxmlformats.org/officeDocument/2006/relationships/notesSlide" Target="/ppt/notesSlides/notesSlide1.xml" Id="R50915bccbbde46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eabd27a7c2484c28" /><Relationship Type="http://schemas.openxmlformats.org/officeDocument/2006/relationships/notesSlide" Target="/ppt/notesSlides/notesSlide2.xml" Id="R1cffb9077fa14a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4.xml" Id="Rc501be0d798844cd" /><Relationship Type="http://schemas.openxmlformats.org/officeDocument/2006/relationships/notesSlide" Target="/ppt/notesSlides/notesSlide3.xml" Id="Rd689c764635a4e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21.xml" Id="R716b8dca30964024" /><Relationship Type="http://schemas.openxmlformats.org/officeDocument/2006/relationships/notesSlide" Target="/ppt/notesSlides/notesSlide4.xml" Id="R5bc63523ef514bd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Date Placeholder 3">
            <a:extLst xmlns:a="http://schemas.openxmlformats.org/drawingml/2006/main">
              <a:ext uri="{FF2B5EF4-FFF2-40B4-BE49-F238E27FC236}">
                <a16:creationId xmlns:a16="http://schemas.microsoft.com/office/drawing/2014/main" id="{D20968D9-35B6-3681-6045-6E282ACC021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PRESENTATION DAY</a:t>
            </a:r>
          </a:p>
        </p:txBody>
      </p:sp>
    </p:spTree>
    <p:extLst>
      <p:ext uri="{BB962C8B-B14F-4D97-AF65-F5344CB8AC3E}">
        <p14:creationId xmlns:p14="http://schemas.microsoft.com/office/powerpoint/2010/main" val="421960751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Tree>
    <p:extLst>
      <p:ext uri="{BB962C8B-B14F-4D97-AF65-F5344CB8AC3E}">
        <p14:creationId xmlns:p14="http://schemas.microsoft.com/office/powerpoint/2010/main" val="61440329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Slide Number Placeholder 2">
            <a:extLst xmlns:a="http://schemas.openxmlformats.org/drawingml/2006/main">
              <a:ext uri="{FF2B5EF4-FFF2-40B4-BE49-F238E27FC236}">
                <a16:creationId xmlns:a16="http://schemas.microsoft.com/office/drawing/2014/main" id="{86AC99B7-63A4-BA61-B324-32EB7752ECF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202359C0-8A7A-196E-DD58-8E6569619F09}" type="slidenum">
              <a:t>3</a:t>
            </a:fld>
            <a:endParaRPr/>
          </a:p>
        </p:txBody>
      </p:sp>
    </p:spTree>
    <p:extLst>
      <p:ext uri="{BB962C8B-B14F-4D97-AF65-F5344CB8AC3E}">
        <p14:creationId xmlns:p14="http://schemas.microsoft.com/office/powerpoint/2010/main" val="344502566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Tree>
    <p:extLst>
      <p:ext uri="{BB962C8B-B14F-4D97-AF65-F5344CB8AC3E}">
        <p14:creationId xmlns:p14="http://schemas.microsoft.com/office/powerpoint/2010/main" val="3106531285"/>
      </p:ext>
    </p:extLst>
  </p:cSld>
</p:sld>
</file>

<file path=ppt/theme/theme1.xml><?xml version="1.0" encoding="utf-8"?>
<a:theme xmlns:a="http://schemas.openxmlformats.org/drawingml/2006/main" name="Office Theme">
  <a:themeElements>
    <a:clrScheme name="Stevens">
      <a:dk1>
        <a:srgbClr val="363D45"/>
      </a:dk1>
      <a:lt1>
        <a:srgbClr val="FFFFFF"/>
      </a:lt1>
      <a:dk2>
        <a:srgbClr val="00427F"/>
      </a:dk2>
      <a:lt2>
        <a:srgbClr val="E3E5E6"/>
      </a:lt2>
      <a:accent1>
        <a:srgbClr val="A32537"/>
      </a:accent1>
      <a:accent2>
        <a:srgbClr val="4895CF"/>
      </a:accent2>
      <a:accent3>
        <a:srgbClr val="EBC73A"/>
      </a:accent3>
      <a:accent4>
        <a:srgbClr val="E6832E"/>
      </a:accent4>
      <a:accent5>
        <a:srgbClr val="E7F2FB"/>
      </a:accent5>
      <a:accent6>
        <a:srgbClr val="FFF2E8"/>
      </a:accent6>
      <a:hlink>
        <a:srgbClr val="0000FF"/>
      </a:hlink>
      <a:folHlink>
        <a:srgbClr val="80008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Steven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2026-08-14T21:58:33.4880000Z</dcterms:created>
  <dcterms:modified xsi:type="dcterms:W3CDTF">2026-08-14T21:58:33.4880000Z</dcterms:modified>
</coreProperties>
</file>