
<file path=[Content_Types].xml><?xml version="1.0" encoding="utf-8"?>
<Types xmlns="http://schemas.openxmlformats.org/package/2006/content-types">
  <Default Extension="xml" ContentType="application/vnd.openxmlformats-package.core-properties+xml"/>
  <Default Extension="emf" ContentType="image/x-emf"/>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5af63af5ba45a3" /><Relationship Type="http://schemas.openxmlformats.org/officeDocument/2006/relationships/extended-properties" Target="/docProps/app.xml" Id="R10d809e864224b63" /><Relationship Type="http://schemas.openxmlformats.org/officeDocument/2006/relationships/officeDocument" Target="/ppt/presentation.xml" Id="R93ffca0958054361" /></Relationships>
</file>

<file path=ppt/presentation.xml><?xml version="1.0" encoding="utf-8"?>
<p:presentation xmlns:p="http://schemas.openxmlformats.org/presentationml/2006/main">
  <p:sldMasterIdLst>
    <p:sldMasterId xmlns:r="http://schemas.openxmlformats.org/officeDocument/2006/relationships" id="2147483648" r:id="R938f3764eb1d426a"/>
    <p:sldMasterId xmlns:r="http://schemas.openxmlformats.org/officeDocument/2006/relationships" id="2147483670" r:id="Rb9ace94e79674dfc"/>
  </p:sldMasterIdLst>
  <p:notesMasterIdLst>
    <p:notesMasterId xmlns:r="http://schemas.openxmlformats.org/officeDocument/2006/relationships" r:id="R9596c1d757e84788"/>
  </p:notesMasterIdLst>
  <p:sldIdLst>
    <p:sldId xmlns:r="http://schemas.openxmlformats.org/officeDocument/2006/relationships" id="256" r:id="Red7a7cf7235d4cb2"/>
    <p:sldId xmlns:r="http://schemas.openxmlformats.org/officeDocument/2006/relationships" id="257" r:id="R1e4554572a7e4043"/>
    <p:sldId xmlns:r="http://schemas.openxmlformats.org/officeDocument/2006/relationships" id="258" r:id="R40a8f2ccae8a40f8"/>
    <p:sldId xmlns:r="http://schemas.openxmlformats.org/officeDocument/2006/relationships" id="259" r:id="R495a6ce8c86d4c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12c212607114726" /><Relationship Type="http://schemas.openxmlformats.org/officeDocument/2006/relationships/slideMaster" Target="/ppt/slideMasters/slideMaster1.xml" Id="R938f3764eb1d426a" /><Relationship Type="http://schemas.openxmlformats.org/officeDocument/2006/relationships/slideMaster" Target="/ppt/slideMasters/slideMaster2.xml" Id="Rb9ace94e79674dfc" /><Relationship Type="http://schemas.openxmlformats.org/officeDocument/2006/relationships/notesMaster" Target="/ppt/notesMasters/notesMaster1.xml" Id="R9596c1d757e84788" /><Relationship Type="http://schemas.openxmlformats.org/officeDocument/2006/relationships/presProps" Target="/ppt/presProps.xml" Id="R771e9c4e51bf4fc0" /><Relationship Type="http://schemas.openxmlformats.org/officeDocument/2006/relationships/viewProps" Target="/ppt/viewProps.xml" Id="R1549b8a971de4e71" /><Relationship Type="http://schemas.openxmlformats.org/officeDocument/2006/relationships/tableStyles" Target="/ppt/tableStyles.xml" Id="R08ec0907a7894e86" /><Relationship Type="http://schemas.openxmlformats.org/officeDocument/2006/relationships/slide" Target="/ppt/slides/slide1.xml" Id="Red7a7cf7235d4cb2" /><Relationship Type="http://schemas.openxmlformats.org/officeDocument/2006/relationships/slide" Target="/ppt/slides/slide2.xml" Id="R1e4554572a7e4043" /><Relationship Type="http://schemas.openxmlformats.org/officeDocument/2006/relationships/slide" Target="/ppt/slides/slide3.xml" Id="R40a8f2ccae8a40f8" /><Relationship Type="http://schemas.openxmlformats.org/officeDocument/2006/relationships/slide" Target="/ppt/slides/slide4.xml" Id="R495a6ce8c86d4c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18c7d8f74e774b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Office Theme">
  <a:themeElements>
    <a:clrScheme name="Stevens White">
      <a:dk1>
        <a:srgbClr val="363D45"/>
      </a:dk1>
      <a:lt1>
        <a:srgbClr val="FFFFFF"/>
      </a:lt1>
      <a:dk2>
        <a:srgbClr val="004380"/>
      </a:dk2>
      <a:lt2>
        <a:srgbClr val="E4E5E6"/>
      </a:lt2>
      <a:accent1>
        <a:srgbClr val="A32638"/>
      </a:accent1>
      <a:accent2>
        <a:srgbClr val="004380"/>
      </a:accent2>
      <a:accent3>
        <a:srgbClr val="EBC73B"/>
      </a:accent3>
      <a:accent4>
        <a:srgbClr val="E7842E"/>
      </a:accent4>
      <a:accent5>
        <a:srgbClr val="E7F2FB"/>
      </a:accent5>
      <a:accent6>
        <a:srgbClr val="FFFAE6"/>
      </a:accent6>
      <a:hlink>
        <a:srgbClr val="4896CF"/>
      </a:hlink>
      <a:folHlink>
        <a:srgbClr val="E7842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tevens Whit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809d8e14dd445b" /><Relationship Type="http://schemas.openxmlformats.org/officeDocument/2006/relationships/notesMaster" Target="/ppt/notesMasters/notesMaster1.xml" Id="R00dc0c9cd58b48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e030d320994ce4" /><Relationship Type="http://schemas.openxmlformats.org/officeDocument/2006/relationships/notesMaster" Target="/ppt/notesMasters/notesMaster1.xml" Id="R9af5cc5cfa9240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ccc70855e94b03" /><Relationship Type="http://schemas.openxmlformats.org/officeDocument/2006/relationships/notesMaster" Target="/ppt/notesMasters/notesMaster1.xml" Id="R4abb20e9f8d544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28cb1942a842d8" /><Relationship Type="http://schemas.openxmlformats.org/officeDocument/2006/relationships/notesMaster" Target="/ppt/notesMasters/notesMaster1.xml" Id="Ra3d8eacb0e1d4a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Stevens Institute of Technology Visual Identity Guide (2023), supplied brand resource.</a:t>
            </a:r>
          </a:p>
          <a:p xmlns:a="http://schemas.openxmlformats.org/drawingml/2006/main">
            <a:r>
              <a:t>- Stevens PowerPoint Template Guide (2022), supplied presentation resource.</a:t>
            </a:r>
          </a:p>
          <a:p xmlns:a="http://schemas.openxmlformats.org/drawingml/2006/main">
            <a:r>
              <a:t>- Example copy and data are illustrative; replace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Stevens Institute of Technology Visual Identity Guide (2023), supplied brand resource.</a:t>
            </a:r>
          </a:p>
          <a:p xmlns:a="http://schemas.openxmlformats.org/drawingml/2006/main">
            <a:r>
              <a:t>- Stevens PowerPoint Template Guide (2022), supplied presentation resource.</a:t>
            </a:r>
          </a:p>
          <a:p xmlns:a="http://schemas.openxmlformats.org/drawingml/2006/main">
            <a:r>
              <a:t>- Example copy and data are illustrative; replace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Stevens Institute of Technology Visual Identity Guide (2023), supplied brand resource.</a:t>
            </a:r>
          </a:p>
          <a:p xmlns:a="http://schemas.openxmlformats.org/drawingml/2006/main">
            <a:r>
              <a:t>- Stevens PowerPoint Template Guide (2022), supplied presentation resource.</a:t>
            </a:r>
          </a:p>
          <a:p xmlns:a="http://schemas.openxmlformats.org/drawingml/2006/main">
            <a:r>
              <a:t>- Example copy and data are illustrative; replace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Stevens Institute of Technology Visual Identity Guide (2023), supplied brand resource.</a:t>
            </a:r>
          </a:p>
          <a:p xmlns:a="http://schemas.openxmlformats.org/drawingml/2006/main">
            <a:r>
              <a:t>- Stevens PowerPoint Template Guide (2022), supplied presentation resource.</a:t>
            </a:r>
          </a:p>
          <a:p xmlns:a="http://schemas.openxmlformats.org/drawingml/2006/main">
            <a:r>
              <a:t>- Example copy and data are illustrative; replace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6270bf34834f3f" /><Relationship Type="http://schemas.openxmlformats.org/officeDocument/2006/relationships/image" Target="/ppt/media/image.png" Id="Rdf25efb47d70483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02511bdac7441e1" /><Relationship Type="http://schemas.openxmlformats.org/officeDocument/2006/relationships/image" Target="/ppt/media/image2.png" Id="R4b3873a344c1439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3ba7e8f9e8c420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e7de35f8f3347e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e82963119f1438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b8f374a9d09457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343222ca7f84ae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43c8fdd74104c8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ce8f3772c8849e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91abef9621e48d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dd274386aeb467e"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e7c030e62072492a"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27f9ccfb784e475d"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a56d6e14522944a0"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e6d61f2277874bd8"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3b2eadab0f794464"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b75d7b874a4d4171"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e9b46608b5dd4461"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515cc7ad6eb64c03"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18f03e65350a4693"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dc87c347d4a34be4" /><Relationship Type="http://schemas.openxmlformats.org/officeDocument/2006/relationships/image" Target="/ppt/media/image3.png" Id="Ra8e8be17db694004"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11d5c9ac2c53412a"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pic>
        <p:nvPicPr>
          <p:cNvPr id="19" name="Picture 12"/>
          <p:cNvPicPr>
            <a:picLocks xmlns:a="http://schemas.openxmlformats.org/drawingml/2006/main" noChangeAspect="1"/>
          </p:cNvPicPr>
          <p:nvPr/>
        </p:nvPicPr>
        <p:blipFill>
          <a:blip xmlns:r="http://schemas.openxmlformats.org/officeDocument/2006/relationships" xmlns:a="http://schemas.openxmlformats.org/drawingml/2006/main" r:embed="Rdf25efb47d70483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5168D54-7A73-18F8-ADFA-A2790DA6BE4A}"/>
              </a:ext>
            </a:extLst>
          </p:cNvPr>
          <p:cNvSpPr>
            <a:spLocks xmlns:a="http://schemas.openxmlformats.org/drawingml/2006/main" noGrp="1"/>
          </p:cNvSpPr>
          <p:nvPr>
            <p:ph type="ctrTitle" idx="0" hasCustomPrompt="1"/>
          </p:nvPr>
        </p:nvSpPr>
        <p:spPr>
          <a:xfrm xmlns:a="http://schemas.openxmlformats.org/drawingml/2006/main">
            <a:off x="4249881" y="2504921"/>
            <a:ext cx="7280733" cy="2061531"/>
          </a:xfrm>
        </p:spPr>
        <p:txBody>
          <a:bodyPr xmlns:a="http://schemas.openxmlformats.org/drawingml/2006/main" anchor="b">
            <a:normAutofit/>
          </a:bodyPr>
          <a:lstStyle xmlns:a="http://schemas.openxmlformats.org/drawingml/2006/main">
            <a:lvl1pPr algn="r">
              <a:buNone/>
              <a:defRPr sz="5400" b="0" i="0">
                <a:solidFill>
                  <a:schemeClr val="bg1"/>
                </a:solidFill>
                <a:latin typeface="Arial Nova Cond Light"/>
                <a:ea typeface="Arial Nova Cond Light"/>
                <a:cs typeface="Arial Nova Cond Light"/>
              </a:defRPr>
            </a:lvl1pPr>
          </a:lstStyle>
          <a:p xmlns:a="http://schemas.openxmlformats.org/drawingml/2006/main">
            <a:r>
              <a:t>CLICK TO EDIT TITLE</a:t>
            </a:r>
          </a:p>
        </p:txBody>
      </p:sp>
      <p:sp>
        <p:nvSpPr>
          <p:cNvPr id="3" name="Subtitle 2">
            <a:extLst xmlns:a="http://schemas.openxmlformats.org/drawingml/2006/main">
              <a:ext uri="{FF2B5EF4-FFF2-40B4-BE49-F238E27FC236}">
                <a16:creationId xmlns:a16="http://schemas.microsoft.com/office/drawing/2014/main" id="{58C8A321-3799-3D0C-D5A4-CA5C30A7CB56}"/>
              </a:ext>
            </a:extLst>
          </p:cNvPr>
          <p:cNvSpPr>
            <a:spLocks xmlns:a="http://schemas.openxmlformats.org/drawingml/2006/main" noGrp="1"/>
          </p:cNvSpPr>
          <p:nvPr>
            <p:ph type="subTitle" idx="1" hasCustomPrompt="1"/>
          </p:nvPr>
        </p:nvSpPr>
        <p:spPr>
          <a:xfrm xmlns:a="http://schemas.openxmlformats.org/drawingml/2006/main">
            <a:off x="4488873" y="4591369"/>
            <a:ext cx="7041742" cy="934635"/>
          </a:xfrm>
        </p:spPr>
        <p:txBody>
          <a:bodyPr xmlns:a="http://schemas.openxmlformats.org/drawingml/2006/main">
            <a:normAutofit/>
          </a:bodyPr>
          <a:lstStyle xmlns:a="http://schemas.openxmlformats.org/drawingml/2006/main">
            <a:lvl1pPr marL="0" indent="0" algn="r">
              <a:buNone/>
              <a:defRPr sz="2000" b="0" i="0">
                <a:solidFill>
                  <a:schemeClr val="bg1"/>
                </a:solidFill>
                <a:latin typeface="Arial Nova"/>
                <a:ea typeface="Arial Nova"/>
                <a:cs typeface="Arial Nova"/>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xmlns:a="http://schemas.openxmlformats.org/drawingml/2006/main">
            <a:r>
              <a:t>Click to edit subtitle</a:t>
            </a:r>
          </a:p>
        </p:txBody>
      </p:sp>
      <p:sp>
        <p:nvSpPr>
          <p:cNvPr id="17" name="Text Placeholder 16">
            <a:extLst xmlns:a="http://schemas.openxmlformats.org/drawingml/2006/main">
              <a:ext uri="{FF2B5EF4-FFF2-40B4-BE49-F238E27FC236}">
                <a16:creationId xmlns:a16="http://schemas.microsoft.com/office/drawing/2014/main" id="{E6F838CB-CD72-2334-C381-9BF56F85A624}"/>
              </a:ext>
            </a:extLst>
          </p:cNvPr>
          <p:cNvSpPr>
            <a:spLocks xmlns:a="http://schemas.openxmlformats.org/drawingml/2006/main" noGrp="1"/>
          </p:cNvSpPr>
          <p:nvPr>
            <p:ph type="body" idx="11" hasCustomPrompt="1"/>
          </p:nvPr>
        </p:nvSpPr>
        <p:spPr>
          <a:xfrm xmlns:a="http://schemas.openxmlformats.org/drawingml/2006/main">
            <a:off x="4675910" y="5690085"/>
            <a:ext cx="6854708" cy="422507"/>
          </a:xfrm>
        </p:spPr>
        <p:txBody>
          <a:bodyPr xmlns:a="http://schemas.openxmlformats.org/drawingml/2006/main">
            <a:normAutofit/>
          </a:bodyPr>
          <a:lstStyle xmlns:a="http://schemas.openxmlformats.org/drawingml/2006/main">
            <a:lvl1pPr marL="0" indent="0" algn="r">
              <a:buNone/>
              <a:defRPr sz="1800" b="0" i="0">
                <a:solidFill>
                  <a:schemeClr val="bg1"/>
                </a:solidFill>
                <a:latin typeface="Arial Nova"/>
                <a:ea typeface="Arial Nova"/>
                <a:cs typeface="Arial Nova"/>
              </a:defRPr>
            </a:lvl1pPr>
            <a:lvl2pPr marL="457178" indent="0" algn="r">
              <a:buNone/>
              <a:defRPr/>
            </a:lvl2pPr>
            <a:lvl3pPr marL="914354" indent="0" algn="r">
              <a:buNone/>
              <a:defRPr/>
            </a:lvl3pPr>
            <a:lvl4pPr marL="1371532" indent="0" algn="r">
              <a:buNone/>
              <a:defRPr/>
            </a:lvl4pPr>
            <a:lvl5pPr marL="1828709" indent="0" algn="r">
              <a:buNone/>
              <a:defRPr/>
            </a:lvl5pPr>
          </a:lstStyle>
          <a:p xmlns:a="http://schemas.openxmlformats.org/drawingml/2006/main">
            <a:pPr lvl="0">
              <a:buNone/>
            </a:pPr>
            <a:r>
              <a:t>PRESENTER’S NAME</a:t>
            </a:r>
          </a:p>
        </p:txBody>
      </p:sp>
      <p:sp>
        <p:nvSpPr>
          <p:cNvPr id="4" name="Date Placeholder 3">
            <a:extLst xmlns:a="http://schemas.openxmlformats.org/drawingml/2006/main">
              <a:ext uri="{FF2B5EF4-FFF2-40B4-BE49-F238E27FC236}">
                <a16:creationId xmlns:a16="http://schemas.microsoft.com/office/drawing/2014/main" id="{EB9B160D-2B04-EFF9-9233-5CF3861AACE8}"/>
              </a:ext>
            </a:extLst>
          </p:cNvPr>
          <p:cNvSpPr>
            <a:spLocks xmlns:a="http://schemas.openxmlformats.org/drawingml/2006/main" noGrp="1"/>
          </p:cNvSpPr>
          <p:nvPr>
            <p:ph type="dt" idx="10"/>
          </p:nvPr>
        </p:nvSpPr>
        <p:spPr>
          <a:xfrm xmlns:a="http://schemas.openxmlformats.org/drawingml/2006/main">
            <a:off x="10416209" y="6342033"/>
            <a:ext cx="1114406" cy="246221"/>
          </a:xfrm>
          <a:prstGeom xmlns:a="http://schemas.openxmlformats.org/drawingml/2006/main" prst="rect">
            <a:avLst/>
          </a:prstGeom>
          <a:solidFill xmlns:a="http://schemas.openxmlformats.org/drawingml/2006/main">
            <a:schemeClr val="accent1"/>
          </a:solidFill>
        </p:spPr>
        <p:txBody>
          <a:bodyPr xmlns:a="http://schemas.openxmlformats.org/drawingml/2006/main" wrap="square">
            <a:spAutoFit/>
          </a:bodyPr>
          <a:lstStyle xmlns:a="http://schemas.openxmlformats.org/drawingml/2006/main">
            <a:lvl1pPr algn="r">
              <a:buNone/>
              <a:defRPr sz="1000" b="0" i="0">
                <a:solidFill>
                  <a:schemeClr val="bg1"/>
                </a:solidFill>
                <a:latin typeface="Arial Nova"/>
                <a:ea typeface="Arial Nova"/>
                <a:cs typeface="Arial Nova"/>
              </a:defRPr>
            </a:lvl1pPr>
          </a:lstStyle>
          <a:p xmlns:a="http://schemas.openxmlformats.org/drawingml/2006/main">
            <a:r>
              <a:t>PRESENTATION DAY</a:t>
            </a:r>
          </a:p>
        </p:txBody>
      </p:sp>
    </p:spTree>
  </p:cSld>
</p:sldLayout>
</file>

<file path=ppt/slideLayouts/slideLayout2.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35286604-6423-9046-9A81-4C181823B0B3}"/>
              </a:ext>
            </a:extLst>
          </p:cNvPr>
          <p:cNvSpPr>
            <a:spLocks xmlns:a="http://schemas.openxmlformats.org/drawingml/2006/main" noGrp="1"/>
          </p:cNvSpPr>
          <p:nvPr/>
        </p:nvSpPr>
        <p:spPr>
          <a:xfrm xmlns:a="http://schemas.openxmlformats.org/drawingml/2006/main">
            <a:off x="0" y="0"/>
            <a:ext cx="9044609" cy="6858000"/>
          </a:xfrm>
          <a:prstGeom xmlns:a="http://schemas.openxmlformats.org/drawingml/2006/main" prst="rect">
            <a:avLst/>
          </a:prstGeom>
          <a:solidFill xmlns:a="http://schemas.openxmlformats.org/drawingml/2006/main">
            <a:schemeClr val="bg2"/>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0" i="0">
              <a:latin typeface="Arial"/>
              <a:ea typeface="Arial"/>
              <a:cs typeface="Arial"/>
            </a:endParaRP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4b3873a344c1439b"/>
          <a:stretch xmlns:a="http://schemas.openxmlformats.org/drawingml/2006/main">
            <a:fillRect l="0" t="0" r="0" b="0"/>
          </a:stretch>
        </p:blipFill>
        <p:spPr>
          <a:xfrm xmlns:a="http://schemas.openxmlformats.org/drawingml/2006/main">
            <a:off x="149224" y="0"/>
            <a:ext cx="11893551" cy="685800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45AB2B46-2729-15F1-5BB4-6B7ADEAC4AAE}"/>
              </a:ext>
            </a:extLst>
          </p:cNvPr>
          <p:cNvSpPr>
            <a:spLocks xmlns:a="http://schemas.openxmlformats.org/drawingml/2006/main" noGrp="1"/>
          </p:cNvSpPr>
          <p:nvPr>
            <p:ph type="title" idx="0" hasCustomPrompt="1"/>
          </p:nvPr>
        </p:nvSpPr>
        <p:spPr>
          <a:xfrm xmlns:a="http://schemas.openxmlformats.org/drawingml/2006/main">
            <a:off x="7871791" y="1321904"/>
            <a:ext cx="3658826" cy="3906495"/>
          </a:xfrm>
        </p:spPr>
        <p:txBody>
          <a:bodyPr xmlns:a="http://schemas.openxmlformats.org/drawingml/2006/main" anchor="b">
            <a:normAutofit/>
          </a:bodyPr>
          <a:lstStyle xmlns:a="http://schemas.openxmlformats.org/drawingml/2006/main">
            <a:lvl1pPr algn="r">
              <a:buNone/>
              <a:defRPr sz="5400"/>
            </a:lvl1pPr>
          </a:lstStyle>
          <a:p xmlns:a="http://schemas.openxmlformats.org/drawingml/2006/main">
            <a:r>
              <a:t>CLICK TO EDIT TITLE</a:t>
            </a:r>
          </a:p>
        </p:txBody>
      </p:sp>
      <p:sp>
        <p:nvSpPr>
          <p:cNvPr id="3" name="Text Placeholder 2">
            <a:extLst xmlns:a="http://schemas.openxmlformats.org/drawingml/2006/main">
              <a:ext uri="{FF2B5EF4-FFF2-40B4-BE49-F238E27FC236}">
                <a16:creationId xmlns:a16="http://schemas.microsoft.com/office/drawing/2014/main" id="{A5953286-7208-5D15-2115-F32E5C24CE0F}"/>
              </a:ext>
            </a:extLst>
          </p:cNvPr>
          <p:cNvSpPr>
            <a:spLocks xmlns:a="http://schemas.openxmlformats.org/drawingml/2006/main" noGrp="1"/>
          </p:cNvSpPr>
          <p:nvPr>
            <p:ph type="body" idx="1" hasCustomPrompt="1"/>
          </p:nvPr>
        </p:nvSpPr>
        <p:spPr>
          <a:xfrm xmlns:a="http://schemas.openxmlformats.org/drawingml/2006/main">
            <a:off x="6858002" y="5394965"/>
            <a:ext cx="4672615" cy="931499"/>
          </a:xfrm>
        </p:spPr>
        <p:txBody>
          <a:bodyPr xmlns:a="http://schemas.openxmlformats.org/drawingml/2006/main">
            <a:normAutofit/>
          </a:bodyPr>
          <a:lstStyle xmlns:a="http://schemas.openxmlformats.org/drawingml/2006/main">
            <a:lvl1pPr marL="0" indent="0" algn="r">
              <a:buNone/>
              <a:defRPr sz="2000" b="0" i="0">
                <a:solidFill>
                  <a:schemeClr val="tx1"/>
                </a:solidFill>
                <a:latin typeface="Arial Nova"/>
                <a:ea typeface="Arial Nova"/>
                <a:cs typeface="Arial Nova"/>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xmlns:a="http://schemas.openxmlformats.org/drawingml/2006/main">
            <a:pPr lvl="0">
              <a:buNone/>
            </a:pPr>
            <a:r>
              <a:t>Click to edit text</a:t>
            </a:r>
          </a:p>
        </p:txBody>
      </p:sp>
    </p:spTree>
  </p:cSld>
</p:sldLayout>
</file>

<file path=ppt/slideLayouts/slideLayout3.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FF907F06-D602-4071-33E4-C472B24F1ACC}"/>
              </a:ext>
            </a:extLst>
          </p:cNvPr>
          <p:cNvSpPr>
            <a:spLocks xmlns:a="http://schemas.openxmlformats.org/drawingml/2006/main" noGrp="1"/>
          </p:cNvSpPr>
          <p:nvPr>
            <p:ph type="title" idx="0" hasCustomPrompt="1"/>
          </p:nvPr>
        </p:nvSpPr>
        <p:spPr>
          <a:xfrm xmlns:a="http://schemas.openxmlformats.org/drawingml/2006/main">
            <a:off x="644769" y="365125"/>
            <a:ext cx="10710619" cy="1325563"/>
          </a:xfrm>
        </p:spPr>
        <p:txBody>
          <a:bodyPr xmlns:a="http://schemas.openxmlformats.org/drawingml/2006/main"/>
          <a:lstStyle xmlns:a="http://schemas.openxmlformats.org/drawingml/2006/main"/>
          <a:p xmlns:a="http://schemas.openxmlformats.org/drawingml/2006/main">
            <a:r>
              <a:t>CLICK TO EDIT TITLE</a:t>
            </a:r>
          </a:p>
        </p:txBody>
      </p:sp>
      <p:sp>
        <p:nvSpPr>
          <p:cNvPr id="3" name="Content Placeholder 2">
            <a:extLst xmlns:a="http://schemas.openxmlformats.org/drawingml/2006/main">
              <a:ext uri="{FF2B5EF4-FFF2-40B4-BE49-F238E27FC236}">
                <a16:creationId xmlns:a16="http://schemas.microsoft.com/office/drawing/2014/main" id="{7091BE1E-C7BA-1F2A-DB51-F2BDF8885EBC}"/>
              </a:ext>
            </a:extLst>
          </p:cNvPr>
          <p:cNvSpPr>
            <a:spLocks xmlns:a="http://schemas.openxmlformats.org/drawingml/2006/main" noGrp="1"/>
          </p:cNvSpPr>
          <p:nvPr>
            <p:ph idx="1" hasCustomPrompt="1"/>
          </p:nvPr>
        </p:nvSpPr>
        <p:spPr/>
        <p:txBody>
          <a:bodyPr xmlns:a="http://schemas.openxmlformats.org/drawingml/2006/main"/>
          <a:lstStyle xmlns:a="http://schemas.openxmlformats.org/drawingml/2006/main">
            <a:lvl1pPr marL="228600" indent="-228600">
              <a:buNone/>
              <a:defRPr/>
            </a:lvl1pPr>
            <a:lvl2pPr marL="502920" indent="-228589">
              <a:buSzPct val="100000"/>
              <a:buFont typeface="System Font Regular"/>
              <a:buChar char="-"/>
              <a:defRPr/>
            </a:lvl2pPr>
            <a:lvl3pPr marL="777240" indent="-228589">
              <a:buSzPct val="100000"/>
              <a:buFont typeface="System Font Regular"/>
              <a:buChar char="-"/>
              <a:defRPr/>
            </a:lvl3pPr>
            <a:lvl4pPr marL="1005840" indent="-228589">
              <a:buSzPct val="100000"/>
              <a:buFont typeface="System Font Regular"/>
              <a:buChar char="-"/>
              <a:defRPr/>
            </a:lvl4pPr>
            <a:lvl5pPr marL="1280160" indent="-228589">
              <a:buSzPct val="100000"/>
              <a:buFont typeface="System Font Regular"/>
              <a:buChar char="-"/>
              <a:defRPr/>
            </a:lvl5pPr>
          </a:lstStyle>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559B86B0-6C6C-3FCD-0D64-D84FBF6476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4.xml><?xml version="1.0" encoding="utf-8"?>
<p:sldLayout xmlns:p="http://schemas.openxmlformats.org/presentationml/2006/main" preserve="1" userDrawn="1">
  <p:cSld name="Title, Subhead and Content">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FF907F06-D602-4071-33E4-C472B24F1ACC}"/>
              </a:ext>
            </a:extLst>
          </p:cNvPr>
          <p:cNvSpPr>
            <a:spLocks xmlns:a="http://schemas.openxmlformats.org/drawingml/2006/main" noGrp="1"/>
          </p:cNvSpPr>
          <p:nvPr>
            <p:ph type="title" idx="0" hasCustomPrompt="1"/>
          </p:nvPr>
        </p:nvSpPr>
        <p:spPr>
          <a:xfrm xmlns:a="http://schemas.openxmlformats.org/drawingml/2006/main">
            <a:off x="646359" y="365127"/>
            <a:ext cx="10709031" cy="734621"/>
          </a:xfrm>
        </p:spPr>
        <p:txBody>
          <a:bodyPr xmlns:a="http://schemas.openxmlformats.org/drawingml/2006/main"/>
          <a:lstStyle xmlns:a="http://schemas.openxmlformats.org/drawingml/2006/main"/>
          <a:p xmlns:a="http://schemas.openxmlformats.org/drawingml/2006/main">
            <a:r>
              <a:t>CLICK TO EDIT TITLE</a:t>
            </a:r>
          </a:p>
        </p:txBody>
      </p:sp>
      <p:sp>
        <p:nvSpPr>
          <p:cNvPr id="4" name="Text Placeholder 3">
            <a:extLst xmlns:a="http://schemas.openxmlformats.org/drawingml/2006/main">
              <a:ext uri="{FF2B5EF4-FFF2-40B4-BE49-F238E27FC236}">
                <a16:creationId xmlns:a16="http://schemas.microsoft.com/office/drawing/2014/main" id="{B7F9FF48-9E75-6C88-7706-B4D4B29E8027}"/>
              </a:ext>
            </a:extLst>
          </p:cNvPr>
          <p:cNvSpPr>
            <a:spLocks xmlns:a="http://schemas.openxmlformats.org/drawingml/2006/main" noGrp="1"/>
          </p:cNvSpPr>
          <p:nvPr>
            <p:ph type="body" idx="13" hasCustomPrompt="1"/>
          </p:nvPr>
        </p:nvSpPr>
        <p:spPr>
          <a:xfrm xmlns:a="http://schemas.openxmlformats.org/drawingml/2006/main">
            <a:off x="644771" y="1345482"/>
            <a:ext cx="10709031" cy="734620"/>
          </a:xfrm>
        </p:spPr>
        <p:txBody>
          <a:bodyPr xmlns:a="http://schemas.openxmlformats.org/drawingml/2006/main">
            <a:normAutofit/>
          </a:bodyPr>
          <a:lstStyle xmlns:a="http://schemas.openxmlformats.org/drawingml/2006/main">
            <a:lvl1pPr marL="0" indent="0">
              <a:buNone/>
              <a:defRPr sz="2000" b="0" i="0">
                <a:solidFill>
                  <a:schemeClr val="accent1"/>
                </a:solidFill>
                <a:latin typeface="Arial Nova"/>
                <a:ea typeface="Arial Nova"/>
                <a:cs typeface="Arial Nova"/>
              </a:defRPr>
            </a:lvl1pPr>
            <a:lvl2pPr marL="457178" indent="0">
              <a:buNone/>
              <a:defRPr b="0" i="0">
                <a:solidFill>
                  <a:schemeClr val="accent1"/>
                </a:solidFill>
                <a:latin typeface="IBM Plex Sans Light"/>
                <a:ea typeface="IBM Plex Sans Light"/>
                <a:cs typeface="IBM Plex Sans Light"/>
              </a:defRPr>
            </a:lvl2pPr>
            <a:lvl3pPr marL="914354" indent="0">
              <a:buNone/>
              <a:defRPr b="0" i="0">
                <a:solidFill>
                  <a:schemeClr val="accent1"/>
                </a:solidFill>
                <a:latin typeface="IBM Plex Sans Light"/>
                <a:ea typeface="IBM Plex Sans Light"/>
                <a:cs typeface="IBM Plex Sans Light"/>
              </a:defRPr>
            </a:lvl3pPr>
            <a:lvl4pPr marL="1371532" indent="0">
              <a:buNone/>
              <a:defRPr b="0" i="0">
                <a:solidFill>
                  <a:schemeClr val="accent1"/>
                </a:solidFill>
                <a:latin typeface="IBM Plex Sans Light"/>
                <a:ea typeface="IBM Plex Sans Light"/>
                <a:cs typeface="IBM Plex Sans Light"/>
              </a:defRPr>
            </a:lvl4pPr>
            <a:lvl5pPr marL="1828709" indent="0">
              <a:buNone/>
              <a:defRPr b="0" i="0">
                <a:solidFill>
                  <a:schemeClr val="accent1"/>
                </a:solidFill>
                <a:latin typeface="IBM Plex Sans Light"/>
                <a:ea typeface="IBM Plex Sans Light"/>
                <a:cs typeface="IBM Plex Sans Light"/>
              </a:defRPr>
            </a:lvl5pPr>
          </a:lstStyle>
          <a:p xmlns:a="http://schemas.openxmlformats.org/drawingml/2006/main">
            <a:pPr lvl="0">
              <a:buNone/>
            </a:pPr>
            <a:r>
              <a:t>Make sure to use brand colors when creating tables and graphs. If graphs are placed from an outside source, please reformat to use the Stevens Theme Colors set in this template.</a:t>
            </a:r>
          </a:p>
        </p:txBody>
      </p:sp>
      <p:sp>
        <p:nvSpPr>
          <p:cNvPr id="3" name="Content Placeholder 2">
            <a:extLst xmlns:a="http://schemas.openxmlformats.org/drawingml/2006/main">
              <a:ext uri="{FF2B5EF4-FFF2-40B4-BE49-F238E27FC236}">
                <a16:creationId xmlns:a16="http://schemas.microsoft.com/office/drawing/2014/main" id="{7091BE1E-C7BA-1F2A-DB51-F2BDF8885EBC}"/>
              </a:ext>
            </a:extLst>
          </p:cNvPr>
          <p:cNvSpPr>
            <a:spLocks xmlns:a="http://schemas.openxmlformats.org/drawingml/2006/main" noGrp="1"/>
          </p:cNvSpPr>
          <p:nvPr>
            <p:ph idx="1" hasCustomPrompt="1"/>
          </p:nvPr>
        </p:nvSpPr>
        <p:spPr>
          <a:xfrm xmlns:a="http://schemas.openxmlformats.org/drawingml/2006/main">
            <a:off x="644771" y="2202874"/>
            <a:ext cx="10709031" cy="3879273"/>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559B86B0-6C6C-3FCD-0D64-D84FBF6476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5.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BD89C836-F4D4-9B58-2D26-DBC3E659121C}"/>
              </a:ext>
            </a:extLst>
          </p:cNvPr>
          <p:cNvSpPr>
            <a:spLocks xmlns:a="http://schemas.openxmlformats.org/drawingml/2006/main" noGrp="1"/>
          </p:cNvSpPr>
          <p:nvPr>
            <p:ph type="title" idx="0" hasCustomPrompt="1"/>
          </p:nvPr>
        </p:nvSpPr>
        <p:spPr>
          <a:xfrm xmlns:a="http://schemas.openxmlformats.org/drawingml/2006/main">
            <a:off x="644769" y="365125"/>
            <a:ext cx="10710619" cy="1325563"/>
          </a:xfrm>
        </p:spPr>
        <p:txBody>
          <a:bodyPr xmlns:a="http://schemas.openxmlformats.org/drawingml/2006/main"/>
          <a:lstStyle xmlns:a="http://schemas.openxmlformats.org/drawingml/2006/main"/>
          <a:p xmlns:a="http://schemas.openxmlformats.org/drawingml/2006/main">
            <a:r>
              <a:t>CLICK TO EDIT TITLE</a:t>
            </a:r>
          </a:p>
        </p:txBody>
      </p:sp>
      <p:sp>
        <p:nvSpPr>
          <p:cNvPr id="3" name="Content Placeholder 2">
            <a:extLst xmlns:a="http://schemas.openxmlformats.org/drawingml/2006/main">
              <a:ext uri="{FF2B5EF4-FFF2-40B4-BE49-F238E27FC236}">
                <a16:creationId xmlns:a16="http://schemas.microsoft.com/office/drawing/2014/main" id="{55861FEF-A671-1F7D-9144-4A18E9166FFA}"/>
              </a:ext>
            </a:extLst>
          </p:cNvPr>
          <p:cNvSpPr>
            <a:spLocks xmlns:a="http://schemas.openxmlformats.org/drawingml/2006/main" noGrp="1"/>
          </p:cNvSpPr>
          <p:nvPr>
            <p:ph idx="1" hasCustomPrompt="1"/>
          </p:nvPr>
        </p:nvSpPr>
        <p:spPr>
          <a:xfrm xmlns:a="http://schemas.openxmlformats.org/drawingml/2006/main">
            <a:off x="644769" y="1825625"/>
            <a:ext cx="5181600" cy="4351339"/>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3BBBBC6-6719-80F5-099C-8B072696F417}"/>
              </a:ext>
            </a:extLst>
          </p:cNvPr>
          <p:cNvSpPr>
            <a:spLocks xmlns:a="http://schemas.openxmlformats.org/drawingml/2006/main" noGrp="1"/>
          </p:cNvSpPr>
          <p:nvPr>
            <p:ph idx="2" hasCustomPrompt="1"/>
          </p:nvPr>
        </p:nvSpPr>
        <p:spPr>
          <a:xfrm xmlns:a="http://schemas.openxmlformats.org/drawingml/2006/main">
            <a:off x="6172200" y="1825625"/>
            <a:ext cx="5181600" cy="4351339"/>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Slide Number Placeholder 6">
            <a:extLst xmlns:a="http://schemas.openxmlformats.org/drawingml/2006/main">
              <a:ext uri="{FF2B5EF4-FFF2-40B4-BE49-F238E27FC236}">
                <a16:creationId xmlns:a16="http://schemas.microsoft.com/office/drawing/2014/main" id="{3B512A74-75CF-9BD0-220A-2635D0FE06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6.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BD89C836-F4D4-9B58-2D26-DBC3E659121C}"/>
              </a:ext>
            </a:extLst>
          </p:cNvPr>
          <p:cNvSpPr>
            <a:spLocks xmlns:a="http://schemas.openxmlformats.org/drawingml/2006/main" noGrp="1"/>
          </p:cNvSpPr>
          <p:nvPr>
            <p:ph type="title" idx="0" hasCustomPrompt="1"/>
          </p:nvPr>
        </p:nvSpPr>
        <p:spPr>
          <a:xfrm xmlns:a="http://schemas.openxmlformats.org/drawingml/2006/main">
            <a:off x="644769" y="365125"/>
            <a:ext cx="10710619" cy="1325563"/>
          </a:xfrm>
        </p:spPr>
        <p:txBody>
          <a:bodyPr xmlns:a="http://schemas.openxmlformats.org/drawingml/2006/main"/>
          <a:lstStyle xmlns:a="http://schemas.openxmlformats.org/drawingml/2006/main"/>
          <a:p xmlns:a="http://schemas.openxmlformats.org/drawingml/2006/main">
            <a:r>
              <a:t>CLICK TO EDIT TITLE</a:t>
            </a:r>
          </a:p>
        </p:txBody>
      </p:sp>
      <p:sp>
        <p:nvSpPr>
          <p:cNvPr id="3" name="Content Placeholder 2">
            <a:extLst xmlns:a="http://schemas.openxmlformats.org/drawingml/2006/main">
              <a:ext uri="{FF2B5EF4-FFF2-40B4-BE49-F238E27FC236}">
                <a16:creationId xmlns:a16="http://schemas.microsoft.com/office/drawing/2014/main" id="{55861FEF-A671-1F7D-9144-4A18E9166FFA}"/>
              </a:ext>
            </a:extLst>
          </p:cNvPr>
          <p:cNvSpPr>
            <a:spLocks xmlns:a="http://schemas.openxmlformats.org/drawingml/2006/main" noGrp="1"/>
          </p:cNvSpPr>
          <p:nvPr>
            <p:ph idx="1" hasCustomPrompt="1"/>
          </p:nvPr>
        </p:nvSpPr>
        <p:spPr>
          <a:xfrm xmlns:a="http://schemas.openxmlformats.org/drawingml/2006/main">
            <a:off x="644773" y="1825625"/>
            <a:ext cx="3296919" cy="4351339"/>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Content Placeholder 3">
            <a:extLst xmlns:a="http://schemas.openxmlformats.org/drawingml/2006/main">
              <a:ext uri="{FF2B5EF4-FFF2-40B4-BE49-F238E27FC236}">
                <a16:creationId xmlns:a16="http://schemas.microsoft.com/office/drawing/2014/main" id="{F52BFFF7-3F56-AD0F-118D-AF92E147DB0A}"/>
              </a:ext>
            </a:extLst>
          </p:cNvPr>
          <p:cNvSpPr>
            <a:spLocks xmlns:a="http://schemas.openxmlformats.org/drawingml/2006/main" noGrp="1"/>
          </p:cNvSpPr>
          <p:nvPr>
            <p:ph idx="13" hasCustomPrompt="1"/>
          </p:nvPr>
        </p:nvSpPr>
        <p:spPr>
          <a:xfrm xmlns:a="http://schemas.openxmlformats.org/drawingml/2006/main">
            <a:off x="4351622" y="1825625"/>
            <a:ext cx="3296919" cy="4351339"/>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3BBBBC6-6719-80F5-099C-8B072696F417}"/>
              </a:ext>
            </a:extLst>
          </p:cNvPr>
          <p:cNvSpPr>
            <a:spLocks xmlns:a="http://schemas.openxmlformats.org/drawingml/2006/main" noGrp="1"/>
          </p:cNvSpPr>
          <p:nvPr>
            <p:ph idx="2" hasCustomPrompt="1"/>
          </p:nvPr>
        </p:nvSpPr>
        <p:spPr>
          <a:xfrm xmlns:a="http://schemas.openxmlformats.org/drawingml/2006/main">
            <a:off x="8058471" y="1825625"/>
            <a:ext cx="3296919" cy="4351339"/>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Slide Number Placeholder 6">
            <a:extLst xmlns:a="http://schemas.openxmlformats.org/drawingml/2006/main">
              <a:ext uri="{FF2B5EF4-FFF2-40B4-BE49-F238E27FC236}">
                <a16:creationId xmlns:a16="http://schemas.microsoft.com/office/drawing/2014/main" id="{3B512A74-75CF-9BD0-220A-2635D0FE06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7.xml><?xml version="1.0" encoding="utf-8"?>
<p:sldLayout xmlns:p="http://schemas.openxmlformats.org/presentationml/2006/main" preserve="1" userDrawn="1">
  <p:cSld name="Three Content and Subhead">
    <p:spTree>
      <p:nvGrpSpPr>
        <p:cNvPr id="1" name=""/>
        <p:cNvGrpSpPr/>
        <p:nvPr/>
      </p:nvGrpSpPr>
      <p:grpSpPr>
        <a:xfrm xmlns:a="http://schemas.openxmlformats.org/drawingml/2006/main"/>
      </p:grpSpPr>
      <p:sp>
        <p:nvSpPr>
          <p:cNvPr id="10" name="Title 1">
            <a:extLst xmlns:a="http://schemas.openxmlformats.org/drawingml/2006/main">
              <a:ext uri="{FF2B5EF4-FFF2-40B4-BE49-F238E27FC236}">
                <a16:creationId xmlns:a16="http://schemas.microsoft.com/office/drawing/2014/main" id="{8410B2EF-F0F6-7528-D1AE-B660054C2BB6}"/>
              </a:ext>
            </a:extLst>
          </p:cNvPr>
          <p:cNvSpPr>
            <a:spLocks xmlns:a="http://schemas.openxmlformats.org/drawingml/2006/main" noGrp="1"/>
          </p:cNvSpPr>
          <p:nvPr>
            <p:ph type="title" idx="0" hasCustomPrompt="1"/>
          </p:nvPr>
        </p:nvSpPr>
        <p:spPr>
          <a:xfrm xmlns:a="http://schemas.openxmlformats.org/drawingml/2006/main">
            <a:off x="646359" y="365127"/>
            <a:ext cx="10709031" cy="734621"/>
          </a:xfrm>
        </p:spPr>
        <p:txBody>
          <a:bodyPr xmlns:a="http://schemas.openxmlformats.org/drawingml/2006/main"/>
          <a:lstStyle xmlns:a="http://schemas.openxmlformats.org/drawingml/2006/main"/>
          <a:p xmlns:a="http://schemas.openxmlformats.org/drawingml/2006/main">
            <a:r>
              <a:t>CLICK TO EDIT TITLE</a:t>
            </a:r>
          </a:p>
        </p:txBody>
      </p:sp>
      <p:sp>
        <p:nvSpPr>
          <p:cNvPr id="11" name="Text Placeholder 3">
            <a:extLst xmlns:a="http://schemas.openxmlformats.org/drawingml/2006/main">
              <a:ext uri="{FF2B5EF4-FFF2-40B4-BE49-F238E27FC236}">
                <a16:creationId xmlns:a16="http://schemas.microsoft.com/office/drawing/2014/main" id="{38C80B25-96A7-774E-2468-5777A0523942}"/>
              </a:ext>
            </a:extLst>
          </p:cNvPr>
          <p:cNvSpPr>
            <a:spLocks xmlns:a="http://schemas.openxmlformats.org/drawingml/2006/main" noGrp="1"/>
          </p:cNvSpPr>
          <p:nvPr>
            <p:ph type="body" idx="14"/>
          </p:nvPr>
        </p:nvSpPr>
        <p:spPr>
          <a:xfrm xmlns:a="http://schemas.openxmlformats.org/drawingml/2006/main">
            <a:off x="644771" y="1345482"/>
            <a:ext cx="10709031" cy="734620"/>
          </a:xfrm>
        </p:spPr>
        <p:txBody>
          <a:bodyPr xmlns:a="http://schemas.openxmlformats.org/drawingml/2006/main">
            <a:normAutofit/>
          </a:bodyPr>
          <a:lstStyle xmlns:a="http://schemas.openxmlformats.org/drawingml/2006/main">
            <a:lvl1pPr marL="0" indent="0">
              <a:buNone/>
              <a:defRPr sz="2000" b="0" i="0">
                <a:solidFill>
                  <a:schemeClr val="accent1"/>
                </a:solidFill>
                <a:latin typeface="Arial Nova"/>
                <a:ea typeface="Arial Nova"/>
                <a:cs typeface="Arial Nova"/>
              </a:defRPr>
            </a:lvl1pPr>
            <a:lvl2pPr marL="457178" indent="0">
              <a:buNone/>
              <a:defRPr b="0" i="0">
                <a:solidFill>
                  <a:schemeClr val="accent1"/>
                </a:solidFill>
                <a:latin typeface="IBM Plex Sans Light"/>
                <a:ea typeface="IBM Plex Sans Light"/>
                <a:cs typeface="IBM Plex Sans Light"/>
              </a:defRPr>
            </a:lvl2pPr>
            <a:lvl3pPr marL="914354" indent="0">
              <a:buNone/>
              <a:defRPr b="0" i="0">
                <a:solidFill>
                  <a:schemeClr val="accent1"/>
                </a:solidFill>
                <a:latin typeface="IBM Plex Sans Light"/>
                <a:ea typeface="IBM Plex Sans Light"/>
                <a:cs typeface="IBM Plex Sans Light"/>
              </a:defRPr>
            </a:lvl3pPr>
            <a:lvl4pPr marL="1371532" indent="0">
              <a:buNone/>
              <a:defRPr b="0" i="0">
                <a:solidFill>
                  <a:schemeClr val="accent1"/>
                </a:solidFill>
                <a:latin typeface="IBM Plex Sans Light"/>
                <a:ea typeface="IBM Plex Sans Light"/>
                <a:cs typeface="IBM Plex Sans Light"/>
              </a:defRPr>
            </a:lvl4pPr>
            <a:lvl5pPr marL="1828709" indent="0">
              <a:buNone/>
              <a:defRPr b="0" i="0">
                <a:solidFill>
                  <a:schemeClr val="accent1"/>
                </a:solidFill>
                <a:latin typeface="IBM Plex Sans Light"/>
                <a:ea typeface="IBM Plex Sans Light"/>
                <a:cs typeface="IBM Plex Sans Light"/>
              </a:defRPr>
            </a:lvl5pPr>
          </a:lstStyle>
          <a:p xmlns:a="http://schemas.openxmlformats.org/drawingml/2006/main">
            <a:pPr lvl="0">
              <a:buNone/>
            </a:pPr>
            <a:endParaRPr/>
          </a:p>
        </p:txBody>
      </p:sp>
      <p:sp>
        <p:nvSpPr>
          <p:cNvPr id="3" name="Content Placeholder 2">
            <a:extLst xmlns:a="http://schemas.openxmlformats.org/drawingml/2006/main">
              <a:ext uri="{FF2B5EF4-FFF2-40B4-BE49-F238E27FC236}">
                <a16:creationId xmlns:a16="http://schemas.microsoft.com/office/drawing/2014/main" id="{55861FEF-A671-1F7D-9144-4A18E9166FFA}"/>
              </a:ext>
            </a:extLst>
          </p:cNvPr>
          <p:cNvSpPr>
            <a:spLocks xmlns:a="http://schemas.openxmlformats.org/drawingml/2006/main" noGrp="1"/>
          </p:cNvSpPr>
          <p:nvPr>
            <p:ph idx="1" hasCustomPrompt="1"/>
          </p:nvPr>
        </p:nvSpPr>
        <p:spPr>
          <a:xfrm xmlns:a="http://schemas.openxmlformats.org/drawingml/2006/main">
            <a:off x="644773" y="2325836"/>
            <a:ext cx="3296919" cy="3851129"/>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Content Placeholder 3">
            <a:extLst xmlns:a="http://schemas.openxmlformats.org/drawingml/2006/main">
              <a:ext uri="{FF2B5EF4-FFF2-40B4-BE49-F238E27FC236}">
                <a16:creationId xmlns:a16="http://schemas.microsoft.com/office/drawing/2014/main" id="{F52BFFF7-3F56-AD0F-118D-AF92E147DB0A}"/>
              </a:ext>
            </a:extLst>
          </p:cNvPr>
          <p:cNvSpPr>
            <a:spLocks xmlns:a="http://schemas.openxmlformats.org/drawingml/2006/main" noGrp="1"/>
          </p:cNvSpPr>
          <p:nvPr>
            <p:ph idx="13" hasCustomPrompt="1"/>
          </p:nvPr>
        </p:nvSpPr>
        <p:spPr>
          <a:xfrm xmlns:a="http://schemas.openxmlformats.org/drawingml/2006/main">
            <a:off x="4351622" y="2325836"/>
            <a:ext cx="3296919" cy="3851129"/>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3BBBBC6-6719-80F5-099C-8B072696F417}"/>
              </a:ext>
            </a:extLst>
          </p:cNvPr>
          <p:cNvSpPr>
            <a:spLocks xmlns:a="http://schemas.openxmlformats.org/drawingml/2006/main" noGrp="1"/>
          </p:cNvSpPr>
          <p:nvPr>
            <p:ph idx="2" hasCustomPrompt="1"/>
          </p:nvPr>
        </p:nvSpPr>
        <p:spPr>
          <a:xfrm xmlns:a="http://schemas.openxmlformats.org/drawingml/2006/main">
            <a:off x="8058471" y="2325836"/>
            <a:ext cx="3296919" cy="3851129"/>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Slide Number Placeholder 6">
            <a:extLst xmlns:a="http://schemas.openxmlformats.org/drawingml/2006/main">
              <a:ext uri="{FF2B5EF4-FFF2-40B4-BE49-F238E27FC236}">
                <a16:creationId xmlns:a16="http://schemas.microsoft.com/office/drawing/2014/main" id="{3B512A74-75CF-9BD0-220A-2635D0FE06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8.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BD89C836-F4D4-9B58-2D26-DBC3E659121C}"/>
              </a:ext>
            </a:extLst>
          </p:cNvPr>
          <p:cNvSpPr>
            <a:spLocks xmlns:a="http://schemas.openxmlformats.org/drawingml/2006/main" noGrp="1"/>
          </p:cNvSpPr>
          <p:nvPr>
            <p:ph type="title" idx="0" hasCustomPrompt="1"/>
          </p:nvPr>
        </p:nvSpPr>
        <p:spPr>
          <a:xfrm xmlns:a="http://schemas.openxmlformats.org/drawingml/2006/main">
            <a:off x="644769" y="365125"/>
            <a:ext cx="10710619" cy="1325563"/>
          </a:xfrm>
        </p:spPr>
        <p:txBody>
          <a:bodyPr xmlns:a="http://schemas.openxmlformats.org/drawingml/2006/main"/>
          <a:lstStyle xmlns:a="http://schemas.openxmlformats.org/drawingml/2006/main"/>
          <a:p xmlns:a="http://schemas.openxmlformats.org/drawingml/2006/main">
            <a:r>
              <a:t>CLICK TO EDIT TITLE</a:t>
            </a:r>
          </a:p>
        </p:txBody>
      </p:sp>
      <p:sp>
        <p:nvSpPr>
          <p:cNvPr id="5" name="Text Placeholder 4">
            <a:extLst xmlns:a="http://schemas.openxmlformats.org/drawingml/2006/main">
              <a:ext uri="{FF2B5EF4-FFF2-40B4-BE49-F238E27FC236}">
                <a16:creationId xmlns:a16="http://schemas.microsoft.com/office/drawing/2014/main" id="{CE96A1FF-9563-1D0B-9D8F-4D3CE6D345C1}"/>
              </a:ext>
            </a:extLst>
          </p:cNvPr>
          <p:cNvSpPr>
            <a:spLocks xmlns:a="http://schemas.openxmlformats.org/drawingml/2006/main" noGrp="1"/>
          </p:cNvSpPr>
          <p:nvPr>
            <p:ph type="body" idx="13" hasCustomPrompt="1"/>
          </p:nvPr>
        </p:nvSpPr>
        <p:spPr>
          <a:xfrm xmlns:a="http://schemas.openxmlformats.org/drawingml/2006/main">
            <a:off x="644526" y="1962352"/>
            <a:ext cx="4954588" cy="1828165"/>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9" name="Text Placeholder 4">
            <a:extLst xmlns:a="http://schemas.openxmlformats.org/drawingml/2006/main">
              <a:ext uri="{FF2B5EF4-FFF2-40B4-BE49-F238E27FC236}">
                <a16:creationId xmlns:a16="http://schemas.microsoft.com/office/drawing/2014/main" id="{99928444-9A41-AAEE-EC0C-055B01E3FA33}"/>
              </a:ext>
            </a:extLst>
          </p:cNvPr>
          <p:cNvSpPr>
            <a:spLocks xmlns:a="http://schemas.openxmlformats.org/drawingml/2006/main" noGrp="1"/>
          </p:cNvSpPr>
          <p:nvPr>
            <p:ph type="body" idx="14" hasCustomPrompt="1"/>
          </p:nvPr>
        </p:nvSpPr>
        <p:spPr>
          <a:xfrm xmlns:a="http://schemas.openxmlformats.org/drawingml/2006/main">
            <a:off x="6400803" y="1962352"/>
            <a:ext cx="4954588" cy="1828165"/>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10" name="Text Placeholder 4">
            <a:extLst xmlns:a="http://schemas.openxmlformats.org/drawingml/2006/main">
              <a:ext uri="{FF2B5EF4-FFF2-40B4-BE49-F238E27FC236}">
                <a16:creationId xmlns:a16="http://schemas.microsoft.com/office/drawing/2014/main" id="{157F465B-8F7A-5BDD-5E92-E3A4922D0EB8}"/>
              </a:ext>
            </a:extLst>
          </p:cNvPr>
          <p:cNvSpPr>
            <a:spLocks xmlns:a="http://schemas.openxmlformats.org/drawingml/2006/main" noGrp="1"/>
          </p:cNvSpPr>
          <p:nvPr>
            <p:ph type="body" idx="15" hasCustomPrompt="1"/>
          </p:nvPr>
        </p:nvSpPr>
        <p:spPr>
          <a:xfrm xmlns:a="http://schemas.openxmlformats.org/drawingml/2006/main">
            <a:off x="644526" y="4119680"/>
            <a:ext cx="4954588" cy="1828165"/>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11" name="Text Placeholder 4">
            <a:extLst xmlns:a="http://schemas.openxmlformats.org/drawingml/2006/main">
              <a:ext uri="{FF2B5EF4-FFF2-40B4-BE49-F238E27FC236}">
                <a16:creationId xmlns:a16="http://schemas.microsoft.com/office/drawing/2014/main" id="{8903BE86-C433-D59A-ADA6-4BDB1F1AC224}"/>
              </a:ext>
            </a:extLst>
          </p:cNvPr>
          <p:cNvSpPr>
            <a:spLocks xmlns:a="http://schemas.openxmlformats.org/drawingml/2006/main" noGrp="1"/>
          </p:cNvSpPr>
          <p:nvPr>
            <p:ph type="body" idx="16" hasCustomPrompt="1"/>
          </p:nvPr>
        </p:nvSpPr>
        <p:spPr>
          <a:xfrm xmlns:a="http://schemas.openxmlformats.org/drawingml/2006/main">
            <a:off x="6400803" y="4119680"/>
            <a:ext cx="4954588" cy="1828165"/>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7" name="Slide Number Placeholder 6">
            <a:extLst xmlns:a="http://schemas.openxmlformats.org/drawingml/2006/main">
              <a:ext uri="{FF2B5EF4-FFF2-40B4-BE49-F238E27FC236}">
                <a16:creationId xmlns:a16="http://schemas.microsoft.com/office/drawing/2014/main" id="{3B512A74-75CF-9BD0-220A-2635D0FE06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9.xml><?xml version="1.0" encoding="utf-8"?>
<p:sldLayout xmlns:p="http://schemas.openxmlformats.org/presentationml/2006/main" preserve="1" userDrawn="1">
  <p:cSld name="Four Content and subhead">
    <p:spTree>
      <p:nvGrpSpPr>
        <p:cNvPr id="1" name=""/>
        <p:cNvGrpSpPr/>
        <p:nvPr/>
      </p:nvGrpSpPr>
      <p:grpSpPr>
        <a:xfrm xmlns:a="http://schemas.openxmlformats.org/drawingml/2006/main"/>
      </p:grpSpPr>
      <p:sp>
        <p:nvSpPr>
          <p:cNvPr id="12" name="Title 1">
            <a:extLst xmlns:a="http://schemas.openxmlformats.org/drawingml/2006/main">
              <a:ext uri="{FF2B5EF4-FFF2-40B4-BE49-F238E27FC236}">
                <a16:creationId xmlns:a16="http://schemas.microsoft.com/office/drawing/2014/main" id="{3590D32B-BE46-D2FF-5124-9FDB39359486}"/>
              </a:ext>
            </a:extLst>
          </p:cNvPr>
          <p:cNvSpPr>
            <a:spLocks xmlns:a="http://schemas.openxmlformats.org/drawingml/2006/main" noGrp="1"/>
          </p:cNvSpPr>
          <p:nvPr>
            <p:ph type="title" idx="0" hasCustomPrompt="1"/>
          </p:nvPr>
        </p:nvSpPr>
        <p:spPr>
          <a:xfrm xmlns:a="http://schemas.openxmlformats.org/drawingml/2006/main">
            <a:off x="646359" y="365127"/>
            <a:ext cx="10709031" cy="734621"/>
          </a:xfrm>
        </p:spPr>
        <p:txBody>
          <a:bodyPr xmlns:a="http://schemas.openxmlformats.org/drawingml/2006/main"/>
          <a:lstStyle xmlns:a="http://schemas.openxmlformats.org/drawingml/2006/main"/>
          <a:p xmlns:a="http://schemas.openxmlformats.org/drawingml/2006/main">
            <a:r>
              <a:t>CLICK TO EDIT TITLE</a:t>
            </a:r>
          </a:p>
        </p:txBody>
      </p:sp>
      <p:sp>
        <p:nvSpPr>
          <p:cNvPr id="13" name="Text Placeholder 3">
            <a:extLst xmlns:a="http://schemas.openxmlformats.org/drawingml/2006/main">
              <a:ext uri="{FF2B5EF4-FFF2-40B4-BE49-F238E27FC236}">
                <a16:creationId xmlns:a16="http://schemas.microsoft.com/office/drawing/2014/main" id="{9FC42B0F-D951-B28C-B437-6054E47EBDFD}"/>
              </a:ext>
            </a:extLst>
          </p:cNvPr>
          <p:cNvSpPr>
            <a:spLocks xmlns:a="http://schemas.openxmlformats.org/drawingml/2006/main" noGrp="1"/>
          </p:cNvSpPr>
          <p:nvPr>
            <p:ph type="body" idx="17" hasCustomPrompt="1"/>
          </p:nvPr>
        </p:nvSpPr>
        <p:spPr>
          <a:xfrm xmlns:a="http://schemas.openxmlformats.org/drawingml/2006/main">
            <a:off x="644771" y="1345482"/>
            <a:ext cx="10709031" cy="734620"/>
          </a:xfrm>
        </p:spPr>
        <p:txBody>
          <a:bodyPr xmlns:a="http://schemas.openxmlformats.org/drawingml/2006/main">
            <a:normAutofit/>
          </a:bodyPr>
          <a:lstStyle xmlns:a="http://schemas.openxmlformats.org/drawingml/2006/main">
            <a:lvl1pPr marL="0" indent="0">
              <a:buNone/>
              <a:defRPr sz="2000" b="0" i="0">
                <a:solidFill>
                  <a:schemeClr val="accent1"/>
                </a:solidFill>
                <a:latin typeface="Arial Nova"/>
                <a:ea typeface="Arial Nova"/>
                <a:cs typeface="Arial Nova"/>
              </a:defRPr>
            </a:lvl1pPr>
            <a:lvl2pPr marL="457178" indent="0">
              <a:buNone/>
              <a:defRPr b="0" i="0">
                <a:solidFill>
                  <a:schemeClr val="accent1"/>
                </a:solidFill>
                <a:latin typeface="IBM Plex Sans Light"/>
                <a:ea typeface="IBM Plex Sans Light"/>
                <a:cs typeface="IBM Plex Sans Light"/>
              </a:defRPr>
            </a:lvl2pPr>
            <a:lvl3pPr marL="914354" indent="0">
              <a:buNone/>
              <a:defRPr b="0" i="0">
                <a:solidFill>
                  <a:schemeClr val="accent1"/>
                </a:solidFill>
                <a:latin typeface="IBM Plex Sans Light"/>
                <a:ea typeface="IBM Plex Sans Light"/>
                <a:cs typeface="IBM Plex Sans Light"/>
              </a:defRPr>
            </a:lvl3pPr>
            <a:lvl4pPr marL="1371532" indent="0">
              <a:buNone/>
              <a:defRPr b="0" i="0">
                <a:solidFill>
                  <a:schemeClr val="accent1"/>
                </a:solidFill>
                <a:latin typeface="IBM Plex Sans Light"/>
                <a:ea typeface="IBM Plex Sans Light"/>
                <a:cs typeface="IBM Plex Sans Light"/>
              </a:defRPr>
            </a:lvl4pPr>
            <a:lvl5pPr marL="1828709" indent="0">
              <a:buNone/>
              <a:defRPr b="0" i="0">
                <a:solidFill>
                  <a:schemeClr val="accent1"/>
                </a:solidFill>
                <a:latin typeface="IBM Plex Sans Light"/>
                <a:ea typeface="IBM Plex Sans Light"/>
                <a:cs typeface="IBM Plex Sans Light"/>
              </a:defRPr>
            </a:lvl5pPr>
          </a:lstStyle>
          <a:p xmlns:a="http://schemas.openxmlformats.org/drawingml/2006/main">
            <a:pPr lvl="0">
              <a:buNone/>
            </a:pPr>
            <a:r>
              <a:t>Click to edit subhead</a:t>
            </a:r>
          </a:p>
        </p:txBody>
      </p:sp>
      <p:sp>
        <p:nvSpPr>
          <p:cNvPr id="5" name="Text Placeholder 4">
            <a:extLst xmlns:a="http://schemas.openxmlformats.org/drawingml/2006/main">
              <a:ext uri="{FF2B5EF4-FFF2-40B4-BE49-F238E27FC236}">
                <a16:creationId xmlns:a16="http://schemas.microsoft.com/office/drawing/2014/main" id="{CE96A1FF-9563-1D0B-9D8F-4D3CE6D345C1}"/>
              </a:ext>
            </a:extLst>
          </p:cNvPr>
          <p:cNvSpPr>
            <a:spLocks xmlns:a="http://schemas.openxmlformats.org/drawingml/2006/main" noGrp="1"/>
          </p:cNvSpPr>
          <p:nvPr>
            <p:ph type="body" idx="13" hasCustomPrompt="1"/>
          </p:nvPr>
        </p:nvSpPr>
        <p:spPr>
          <a:xfrm xmlns:a="http://schemas.openxmlformats.org/drawingml/2006/main">
            <a:off x="644526" y="2233235"/>
            <a:ext cx="4954588"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9" name="Text Placeholder 4">
            <a:extLst xmlns:a="http://schemas.openxmlformats.org/drawingml/2006/main">
              <a:ext uri="{FF2B5EF4-FFF2-40B4-BE49-F238E27FC236}">
                <a16:creationId xmlns:a16="http://schemas.microsoft.com/office/drawing/2014/main" id="{99928444-9A41-AAEE-EC0C-055B01E3FA33}"/>
              </a:ext>
            </a:extLst>
          </p:cNvPr>
          <p:cNvSpPr>
            <a:spLocks xmlns:a="http://schemas.openxmlformats.org/drawingml/2006/main" noGrp="1"/>
          </p:cNvSpPr>
          <p:nvPr>
            <p:ph type="body" idx="14" hasCustomPrompt="1"/>
          </p:nvPr>
        </p:nvSpPr>
        <p:spPr>
          <a:xfrm xmlns:a="http://schemas.openxmlformats.org/drawingml/2006/main">
            <a:off x="6400803" y="2233235"/>
            <a:ext cx="4954588"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10" name="Text Placeholder 4">
            <a:extLst xmlns:a="http://schemas.openxmlformats.org/drawingml/2006/main">
              <a:ext uri="{FF2B5EF4-FFF2-40B4-BE49-F238E27FC236}">
                <a16:creationId xmlns:a16="http://schemas.microsoft.com/office/drawing/2014/main" id="{157F465B-8F7A-5BDD-5E92-E3A4922D0EB8}"/>
              </a:ext>
            </a:extLst>
          </p:cNvPr>
          <p:cNvSpPr>
            <a:spLocks xmlns:a="http://schemas.openxmlformats.org/drawingml/2006/main" noGrp="1"/>
          </p:cNvSpPr>
          <p:nvPr>
            <p:ph type="body" idx="15" hasCustomPrompt="1"/>
          </p:nvPr>
        </p:nvSpPr>
        <p:spPr>
          <a:xfrm xmlns:a="http://schemas.openxmlformats.org/drawingml/2006/main">
            <a:off x="644526" y="4448441"/>
            <a:ext cx="4954588"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11" name="Text Placeholder 4">
            <a:extLst xmlns:a="http://schemas.openxmlformats.org/drawingml/2006/main">
              <a:ext uri="{FF2B5EF4-FFF2-40B4-BE49-F238E27FC236}">
                <a16:creationId xmlns:a16="http://schemas.microsoft.com/office/drawing/2014/main" id="{8903BE86-C433-D59A-ADA6-4BDB1F1AC224}"/>
              </a:ext>
            </a:extLst>
          </p:cNvPr>
          <p:cNvSpPr>
            <a:spLocks xmlns:a="http://schemas.openxmlformats.org/drawingml/2006/main" noGrp="1"/>
          </p:cNvSpPr>
          <p:nvPr>
            <p:ph type="body" idx="16" hasCustomPrompt="1"/>
          </p:nvPr>
        </p:nvSpPr>
        <p:spPr>
          <a:xfrm xmlns:a="http://schemas.openxmlformats.org/drawingml/2006/main">
            <a:off x="6400803" y="4448441"/>
            <a:ext cx="4954588"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7" name="Slide Number Placeholder 6">
            <a:extLst xmlns:a="http://schemas.openxmlformats.org/drawingml/2006/main">
              <a:ext uri="{FF2B5EF4-FFF2-40B4-BE49-F238E27FC236}">
                <a16:creationId xmlns:a16="http://schemas.microsoft.com/office/drawing/2014/main" id="{3B512A74-75CF-9BD0-220A-2635D0FE06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10.xml><?xml version="1.0" encoding="utf-8"?>
<p:sldLayout xmlns:p="http://schemas.openxmlformats.org/presentationml/2006/main" preserve="1" userDrawn="1">
  <p:cSld name="Five Content">
    <p:spTree>
      <p:nvGrpSpPr>
        <p:cNvPr id="1" name=""/>
        <p:cNvGrpSpPr/>
        <p:nvPr/>
      </p:nvGrpSpPr>
      <p:grpSpPr>
        <a:xfrm xmlns:a="http://schemas.openxmlformats.org/drawingml/2006/main"/>
      </p:grpSpPr>
      <p:sp>
        <p:nvSpPr>
          <p:cNvPr id="14" name="Title 1">
            <a:extLst xmlns:a="http://schemas.openxmlformats.org/drawingml/2006/main">
              <a:ext uri="{FF2B5EF4-FFF2-40B4-BE49-F238E27FC236}">
                <a16:creationId xmlns:a16="http://schemas.microsoft.com/office/drawing/2014/main" id="{AF436CFC-B187-8D35-9B90-53CDD3C63724}"/>
              </a:ext>
            </a:extLst>
          </p:cNvPr>
          <p:cNvSpPr>
            <a:spLocks xmlns:a="http://schemas.openxmlformats.org/drawingml/2006/main" noGrp="1"/>
          </p:cNvSpPr>
          <p:nvPr>
            <p:ph type="title" idx="0" hasCustomPrompt="1"/>
          </p:nvPr>
        </p:nvSpPr>
        <p:spPr>
          <a:xfrm xmlns:a="http://schemas.openxmlformats.org/drawingml/2006/main">
            <a:off x="644769" y="365125"/>
            <a:ext cx="10710619" cy="1325563"/>
          </a:xfrm>
        </p:spPr>
        <p:txBody>
          <a:bodyPr xmlns:a="http://schemas.openxmlformats.org/drawingml/2006/main"/>
          <a:lstStyle xmlns:a="http://schemas.openxmlformats.org/drawingml/2006/main"/>
          <a:p xmlns:a="http://schemas.openxmlformats.org/drawingml/2006/main">
            <a:r>
              <a:t>CLICK TO EDIT TITLE</a:t>
            </a:r>
          </a:p>
        </p:txBody>
      </p:sp>
      <p:sp>
        <p:nvSpPr>
          <p:cNvPr id="15" name="Content Placeholder 2">
            <a:extLst xmlns:a="http://schemas.openxmlformats.org/drawingml/2006/main">
              <a:ext uri="{FF2B5EF4-FFF2-40B4-BE49-F238E27FC236}">
                <a16:creationId xmlns:a16="http://schemas.microsoft.com/office/drawing/2014/main" id="{33F4AA73-6270-8996-F775-27ADF208BB76}"/>
              </a:ext>
            </a:extLst>
          </p:cNvPr>
          <p:cNvSpPr>
            <a:spLocks xmlns:a="http://schemas.openxmlformats.org/drawingml/2006/main" noGrp="1"/>
          </p:cNvSpPr>
          <p:nvPr>
            <p:ph idx="1" hasCustomPrompt="1"/>
          </p:nvPr>
        </p:nvSpPr>
        <p:spPr>
          <a:xfrm xmlns:a="http://schemas.openxmlformats.org/drawingml/2006/main">
            <a:off x="644771" y="2210082"/>
            <a:ext cx="4572000" cy="3890163"/>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CE96A1FF-9563-1D0B-9D8F-4D3CE6D345C1}"/>
              </a:ext>
            </a:extLst>
          </p:cNvPr>
          <p:cNvSpPr>
            <a:spLocks xmlns:a="http://schemas.openxmlformats.org/drawingml/2006/main" noGrp="1"/>
          </p:cNvSpPr>
          <p:nvPr>
            <p:ph type="body" idx="13" hasCustomPrompt="1"/>
          </p:nvPr>
        </p:nvSpPr>
        <p:spPr>
          <a:xfrm xmlns:a="http://schemas.openxmlformats.org/drawingml/2006/main">
            <a:off x="5359999" y="2210085"/>
            <a:ext cx="2926080"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9" name="Text Placeholder 4">
            <a:extLst xmlns:a="http://schemas.openxmlformats.org/drawingml/2006/main">
              <a:ext uri="{FF2B5EF4-FFF2-40B4-BE49-F238E27FC236}">
                <a16:creationId xmlns:a16="http://schemas.microsoft.com/office/drawing/2014/main" id="{99928444-9A41-AAEE-EC0C-055B01E3FA33}"/>
              </a:ext>
            </a:extLst>
          </p:cNvPr>
          <p:cNvSpPr>
            <a:spLocks xmlns:a="http://schemas.openxmlformats.org/drawingml/2006/main" noGrp="1"/>
          </p:cNvSpPr>
          <p:nvPr>
            <p:ph type="body" idx="14" hasCustomPrompt="1"/>
          </p:nvPr>
        </p:nvSpPr>
        <p:spPr>
          <a:xfrm xmlns:a="http://schemas.openxmlformats.org/drawingml/2006/main">
            <a:off x="8429308" y="2210086"/>
            <a:ext cx="2926080"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10" name="Text Placeholder 4">
            <a:extLst xmlns:a="http://schemas.openxmlformats.org/drawingml/2006/main">
              <a:ext uri="{FF2B5EF4-FFF2-40B4-BE49-F238E27FC236}">
                <a16:creationId xmlns:a16="http://schemas.microsoft.com/office/drawing/2014/main" id="{157F465B-8F7A-5BDD-5E92-E3A4922D0EB8}"/>
              </a:ext>
            </a:extLst>
          </p:cNvPr>
          <p:cNvSpPr>
            <a:spLocks xmlns:a="http://schemas.openxmlformats.org/drawingml/2006/main" noGrp="1"/>
          </p:cNvSpPr>
          <p:nvPr>
            <p:ph type="body" idx="15" hasCustomPrompt="1"/>
          </p:nvPr>
        </p:nvSpPr>
        <p:spPr>
          <a:xfrm xmlns:a="http://schemas.openxmlformats.org/drawingml/2006/main">
            <a:off x="5359999" y="4448439"/>
            <a:ext cx="2926080"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11" name="Text Placeholder 4">
            <a:extLst xmlns:a="http://schemas.openxmlformats.org/drawingml/2006/main">
              <a:ext uri="{FF2B5EF4-FFF2-40B4-BE49-F238E27FC236}">
                <a16:creationId xmlns:a16="http://schemas.microsoft.com/office/drawing/2014/main" id="{8903BE86-C433-D59A-ADA6-4BDB1F1AC224}"/>
              </a:ext>
            </a:extLst>
          </p:cNvPr>
          <p:cNvSpPr>
            <a:spLocks xmlns:a="http://schemas.openxmlformats.org/drawingml/2006/main" noGrp="1"/>
          </p:cNvSpPr>
          <p:nvPr>
            <p:ph type="body" idx="16" hasCustomPrompt="1"/>
          </p:nvPr>
        </p:nvSpPr>
        <p:spPr>
          <a:xfrm xmlns:a="http://schemas.openxmlformats.org/drawingml/2006/main">
            <a:off x="8429308" y="4448441"/>
            <a:ext cx="2926080"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7" name="Slide Number Placeholder 6">
            <a:extLst xmlns:a="http://schemas.openxmlformats.org/drawingml/2006/main">
              <a:ext uri="{FF2B5EF4-FFF2-40B4-BE49-F238E27FC236}">
                <a16:creationId xmlns:a16="http://schemas.microsoft.com/office/drawing/2014/main" id="{3B512A74-75CF-9BD0-220A-2635D0FE06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11.xml><?xml version="1.0" encoding="utf-8"?>
<p:sldLayout xmlns:p="http://schemas.openxmlformats.org/presentationml/2006/main" preserve="1" userDrawn="1">
  <p:cSld name="Five Content and subhead">
    <p:spTree>
      <p:nvGrpSpPr>
        <p:cNvPr id="1" name=""/>
        <p:cNvGrpSpPr/>
        <p:nvPr/>
      </p:nvGrpSpPr>
      <p:grpSpPr>
        <a:xfrm xmlns:a="http://schemas.openxmlformats.org/drawingml/2006/main"/>
      </p:grpSpPr>
      <p:sp>
        <p:nvSpPr>
          <p:cNvPr id="12" name="Title 1">
            <a:extLst xmlns:a="http://schemas.openxmlformats.org/drawingml/2006/main">
              <a:ext uri="{FF2B5EF4-FFF2-40B4-BE49-F238E27FC236}">
                <a16:creationId xmlns:a16="http://schemas.microsoft.com/office/drawing/2014/main" id="{3590D32B-BE46-D2FF-5124-9FDB39359486}"/>
              </a:ext>
            </a:extLst>
          </p:cNvPr>
          <p:cNvSpPr>
            <a:spLocks xmlns:a="http://schemas.openxmlformats.org/drawingml/2006/main" noGrp="1"/>
          </p:cNvSpPr>
          <p:nvPr>
            <p:ph type="title" idx="0" hasCustomPrompt="1"/>
          </p:nvPr>
        </p:nvSpPr>
        <p:spPr>
          <a:xfrm xmlns:a="http://schemas.openxmlformats.org/drawingml/2006/main">
            <a:off x="646359" y="365127"/>
            <a:ext cx="10709031" cy="734621"/>
          </a:xfrm>
        </p:spPr>
        <p:txBody>
          <a:bodyPr xmlns:a="http://schemas.openxmlformats.org/drawingml/2006/main"/>
          <a:lstStyle xmlns:a="http://schemas.openxmlformats.org/drawingml/2006/main"/>
          <a:p xmlns:a="http://schemas.openxmlformats.org/drawingml/2006/main">
            <a:r>
              <a:t>CLICK TO EDIT TITLE</a:t>
            </a:r>
          </a:p>
        </p:txBody>
      </p:sp>
      <p:sp>
        <p:nvSpPr>
          <p:cNvPr id="13" name="Text Placeholder 3">
            <a:extLst xmlns:a="http://schemas.openxmlformats.org/drawingml/2006/main">
              <a:ext uri="{FF2B5EF4-FFF2-40B4-BE49-F238E27FC236}">
                <a16:creationId xmlns:a16="http://schemas.microsoft.com/office/drawing/2014/main" id="{9FC42B0F-D951-B28C-B437-6054E47EBDFD}"/>
              </a:ext>
            </a:extLst>
          </p:cNvPr>
          <p:cNvSpPr>
            <a:spLocks xmlns:a="http://schemas.openxmlformats.org/drawingml/2006/main" noGrp="1"/>
          </p:cNvSpPr>
          <p:nvPr>
            <p:ph type="body" idx="17" hasCustomPrompt="1"/>
          </p:nvPr>
        </p:nvSpPr>
        <p:spPr>
          <a:xfrm xmlns:a="http://schemas.openxmlformats.org/drawingml/2006/main">
            <a:off x="644771" y="1345482"/>
            <a:ext cx="10709031" cy="734620"/>
          </a:xfrm>
        </p:spPr>
        <p:txBody>
          <a:bodyPr xmlns:a="http://schemas.openxmlformats.org/drawingml/2006/main">
            <a:normAutofit/>
          </a:bodyPr>
          <a:lstStyle xmlns:a="http://schemas.openxmlformats.org/drawingml/2006/main">
            <a:lvl1pPr marL="0" indent="0">
              <a:buNone/>
              <a:defRPr sz="2000" b="0" i="0">
                <a:solidFill>
                  <a:schemeClr val="accent1"/>
                </a:solidFill>
                <a:latin typeface="Arial Nova"/>
                <a:ea typeface="Arial Nova"/>
                <a:cs typeface="Arial Nova"/>
              </a:defRPr>
            </a:lvl1pPr>
            <a:lvl2pPr marL="457178" indent="0">
              <a:buNone/>
              <a:defRPr b="0" i="0">
                <a:solidFill>
                  <a:schemeClr val="accent1"/>
                </a:solidFill>
                <a:latin typeface="IBM Plex Sans Light"/>
                <a:ea typeface="IBM Plex Sans Light"/>
                <a:cs typeface="IBM Plex Sans Light"/>
              </a:defRPr>
            </a:lvl2pPr>
            <a:lvl3pPr marL="914354" indent="0">
              <a:buNone/>
              <a:defRPr b="0" i="0">
                <a:solidFill>
                  <a:schemeClr val="accent1"/>
                </a:solidFill>
                <a:latin typeface="IBM Plex Sans Light"/>
                <a:ea typeface="IBM Plex Sans Light"/>
                <a:cs typeface="IBM Plex Sans Light"/>
              </a:defRPr>
            </a:lvl3pPr>
            <a:lvl4pPr marL="1371532" indent="0">
              <a:buNone/>
              <a:defRPr b="0" i="0">
                <a:solidFill>
                  <a:schemeClr val="accent1"/>
                </a:solidFill>
                <a:latin typeface="IBM Plex Sans Light"/>
                <a:ea typeface="IBM Plex Sans Light"/>
                <a:cs typeface="IBM Plex Sans Light"/>
              </a:defRPr>
            </a:lvl4pPr>
            <a:lvl5pPr marL="1828709" indent="0">
              <a:buNone/>
              <a:defRPr b="0" i="0">
                <a:solidFill>
                  <a:schemeClr val="accent1"/>
                </a:solidFill>
                <a:latin typeface="IBM Plex Sans Light"/>
                <a:ea typeface="IBM Plex Sans Light"/>
                <a:cs typeface="IBM Plex Sans Light"/>
              </a:defRPr>
            </a:lvl5pPr>
          </a:lstStyle>
          <a:p xmlns:a="http://schemas.openxmlformats.org/drawingml/2006/main">
            <a:pPr lvl="0">
              <a:buNone/>
            </a:pPr>
            <a:r>
              <a:t>Click to edit subhead</a:t>
            </a:r>
          </a:p>
        </p:txBody>
      </p:sp>
      <p:sp>
        <p:nvSpPr>
          <p:cNvPr id="15" name="Content Placeholder 2">
            <a:extLst xmlns:a="http://schemas.openxmlformats.org/drawingml/2006/main">
              <a:ext uri="{FF2B5EF4-FFF2-40B4-BE49-F238E27FC236}">
                <a16:creationId xmlns:a16="http://schemas.microsoft.com/office/drawing/2014/main" id="{33F4AA73-6270-8996-F775-27ADF208BB76}"/>
              </a:ext>
            </a:extLst>
          </p:cNvPr>
          <p:cNvSpPr>
            <a:spLocks xmlns:a="http://schemas.openxmlformats.org/drawingml/2006/main" noGrp="1"/>
          </p:cNvSpPr>
          <p:nvPr>
            <p:ph idx="1" hasCustomPrompt="1"/>
          </p:nvPr>
        </p:nvSpPr>
        <p:spPr>
          <a:xfrm xmlns:a="http://schemas.openxmlformats.org/drawingml/2006/main">
            <a:off x="644771" y="2210082"/>
            <a:ext cx="4572000" cy="3890163"/>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CE96A1FF-9563-1D0B-9D8F-4D3CE6D345C1}"/>
              </a:ext>
            </a:extLst>
          </p:cNvPr>
          <p:cNvSpPr>
            <a:spLocks xmlns:a="http://schemas.openxmlformats.org/drawingml/2006/main" noGrp="1"/>
          </p:cNvSpPr>
          <p:nvPr>
            <p:ph type="body" idx="13" hasCustomPrompt="1"/>
          </p:nvPr>
        </p:nvSpPr>
        <p:spPr>
          <a:xfrm xmlns:a="http://schemas.openxmlformats.org/drawingml/2006/main">
            <a:off x="5359205" y="2210086"/>
            <a:ext cx="2926080"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9" name="Text Placeholder 4">
            <a:extLst xmlns:a="http://schemas.openxmlformats.org/drawingml/2006/main">
              <a:ext uri="{FF2B5EF4-FFF2-40B4-BE49-F238E27FC236}">
                <a16:creationId xmlns:a16="http://schemas.microsoft.com/office/drawing/2014/main" id="{99928444-9A41-AAEE-EC0C-055B01E3FA33}"/>
              </a:ext>
            </a:extLst>
          </p:cNvPr>
          <p:cNvSpPr>
            <a:spLocks xmlns:a="http://schemas.openxmlformats.org/drawingml/2006/main" noGrp="1"/>
          </p:cNvSpPr>
          <p:nvPr>
            <p:ph type="body" idx="14" hasCustomPrompt="1"/>
          </p:nvPr>
        </p:nvSpPr>
        <p:spPr>
          <a:xfrm xmlns:a="http://schemas.openxmlformats.org/drawingml/2006/main">
            <a:off x="8427720" y="2210086"/>
            <a:ext cx="2926080"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10" name="Text Placeholder 4">
            <a:extLst xmlns:a="http://schemas.openxmlformats.org/drawingml/2006/main">
              <a:ext uri="{FF2B5EF4-FFF2-40B4-BE49-F238E27FC236}">
                <a16:creationId xmlns:a16="http://schemas.microsoft.com/office/drawing/2014/main" id="{157F465B-8F7A-5BDD-5E92-E3A4922D0EB8}"/>
              </a:ext>
            </a:extLst>
          </p:cNvPr>
          <p:cNvSpPr>
            <a:spLocks xmlns:a="http://schemas.openxmlformats.org/drawingml/2006/main" noGrp="1"/>
          </p:cNvSpPr>
          <p:nvPr>
            <p:ph type="body" idx="15" hasCustomPrompt="1"/>
          </p:nvPr>
        </p:nvSpPr>
        <p:spPr>
          <a:xfrm xmlns:a="http://schemas.openxmlformats.org/drawingml/2006/main">
            <a:off x="5359205" y="4448441"/>
            <a:ext cx="2926080"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11" name="Text Placeholder 4">
            <a:extLst xmlns:a="http://schemas.openxmlformats.org/drawingml/2006/main">
              <a:ext uri="{FF2B5EF4-FFF2-40B4-BE49-F238E27FC236}">
                <a16:creationId xmlns:a16="http://schemas.microsoft.com/office/drawing/2014/main" id="{8903BE86-C433-D59A-ADA6-4BDB1F1AC224}"/>
              </a:ext>
            </a:extLst>
          </p:cNvPr>
          <p:cNvSpPr>
            <a:spLocks xmlns:a="http://schemas.openxmlformats.org/drawingml/2006/main" noGrp="1"/>
          </p:cNvSpPr>
          <p:nvPr>
            <p:ph type="body" idx="16" hasCustomPrompt="1"/>
          </p:nvPr>
        </p:nvSpPr>
        <p:spPr>
          <a:xfrm xmlns:a="http://schemas.openxmlformats.org/drawingml/2006/main">
            <a:off x="8427720" y="4448441"/>
            <a:ext cx="2926080" cy="1651807"/>
          </a:xfrm>
        </p:spPr>
        <p:txBody>
          <a:bodyPr xmlns:a="http://schemas.openxmlformats.org/drawingml/2006/main">
            <a:noAutofit/>
          </a:bodyPr>
          <a:lstStyle xmlns:a="http://schemas.openxmlformats.org/drawingml/2006/main">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xmlns:a="http://schemas.openxmlformats.org/drawingml/2006/main">
            <a:pPr lvl="0">
              <a:buNone/>
            </a:pPr>
            <a:r>
              <a:t>Click to edit text</a:t>
            </a:r>
          </a:p>
        </p:txBody>
      </p:sp>
      <p:sp>
        <p:nvSpPr>
          <p:cNvPr id="7" name="Slide Number Placeholder 6">
            <a:extLst xmlns:a="http://schemas.openxmlformats.org/drawingml/2006/main">
              <a:ext uri="{FF2B5EF4-FFF2-40B4-BE49-F238E27FC236}">
                <a16:creationId xmlns:a16="http://schemas.microsoft.com/office/drawing/2014/main" id="{3B512A74-75CF-9BD0-220A-2635D0FE06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12.xml><?xml version="1.0" encoding="utf-8"?>
<p:sldLayout xmlns:p="http://schemas.openxmlformats.org/presentationml/2006/main" preserve="1" userDrawn="1">
  <p:cSld name="Two Content, Subhead">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7CFB8F7E-E499-364F-DBBC-112AB229FB0F}"/>
              </a:ext>
            </a:extLst>
          </p:cNvPr>
          <p:cNvSpPr>
            <a:spLocks xmlns:a="http://schemas.openxmlformats.org/drawingml/2006/main" noGrp="1"/>
          </p:cNvSpPr>
          <p:nvPr>
            <p:ph type="title" idx="0" hasCustomPrompt="1"/>
          </p:nvPr>
        </p:nvSpPr>
        <p:spPr>
          <a:xfrm xmlns:a="http://schemas.openxmlformats.org/drawingml/2006/main">
            <a:off x="646359" y="365127"/>
            <a:ext cx="10709031" cy="734621"/>
          </a:xfrm>
        </p:spPr>
        <p:txBody>
          <a:bodyPr xmlns:a="http://schemas.openxmlformats.org/drawingml/2006/main"/>
          <a:lstStyle xmlns:a="http://schemas.openxmlformats.org/drawingml/2006/main"/>
          <a:p xmlns:a="http://schemas.openxmlformats.org/drawingml/2006/main">
            <a:r>
              <a:t>CLICK TO EDIT TITLE</a:t>
            </a:r>
          </a:p>
        </p:txBody>
      </p:sp>
      <p:sp>
        <p:nvSpPr>
          <p:cNvPr id="9" name="Text Placeholder 3">
            <a:extLst xmlns:a="http://schemas.openxmlformats.org/drawingml/2006/main">
              <a:ext uri="{FF2B5EF4-FFF2-40B4-BE49-F238E27FC236}">
                <a16:creationId xmlns:a16="http://schemas.microsoft.com/office/drawing/2014/main" id="{C2104D11-CF58-8BD0-F89F-27B8D217FA90}"/>
              </a:ext>
            </a:extLst>
          </p:cNvPr>
          <p:cNvSpPr>
            <a:spLocks xmlns:a="http://schemas.openxmlformats.org/drawingml/2006/main" noGrp="1"/>
          </p:cNvSpPr>
          <p:nvPr>
            <p:ph type="body" idx="13" hasCustomPrompt="1"/>
          </p:nvPr>
        </p:nvSpPr>
        <p:spPr>
          <a:xfrm xmlns:a="http://schemas.openxmlformats.org/drawingml/2006/main">
            <a:off x="644771" y="1345482"/>
            <a:ext cx="10709031" cy="734620"/>
          </a:xfrm>
        </p:spPr>
        <p:txBody>
          <a:bodyPr xmlns:a="http://schemas.openxmlformats.org/drawingml/2006/main">
            <a:normAutofit/>
          </a:bodyPr>
          <a:lstStyle xmlns:a="http://schemas.openxmlformats.org/drawingml/2006/main">
            <a:lvl1pPr marL="0" indent="0">
              <a:buNone/>
              <a:defRPr sz="2000" b="0" i="0">
                <a:solidFill>
                  <a:schemeClr val="accent1"/>
                </a:solidFill>
                <a:latin typeface="Arial Nova"/>
                <a:ea typeface="Arial Nova"/>
                <a:cs typeface="Arial Nova"/>
              </a:defRPr>
            </a:lvl1pPr>
            <a:lvl2pPr marL="457178" indent="0">
              <a:buNone/>
              <a:defRPr b="0" i="0">
                <a:solidFill>
                  <a:schemeClr val="accent1"/>
                </a:solidFill>
                <a:latin typeface="IBM Plex Sans Light"/>
                <a:ea typeface="IBM Plex Sans Light"/>
                <a:cs typeface="IBM Plex Sans Light"/>
              </a:defRPr>
            </a:lvl2pPr>
            <a:lvl3pPr marL="914354" indent="0">
              <a:buNone/>
              <a:defRPr b="0" i="0">
                <a:solidFill>
                  <a:schemeClr val="accent1"/>
                </a:solidFill>
                <a:latin typeface="IBM Plex Sans Light"/>
                <a:ea typeface="IBM Plex Sans Light"/>
                <a:cs typeface="IBM Plex Sans Light"/>
              </a:defRPr>
            </a:lvl3pPr>
            <a:lvl4pPr marL="1371532" indent="0">
              <a:buNone/>
              <a:defRPr b="0" i="0">
                <a:solidFill>
                  <a:schemeClr val="accent1"/>
                </a:solidFill>
                <a:latin typeface="IBM Plex Sans Light"/>
                <a:ea typeface="IBM Plex Sans Light"/>
                <a:cs typeface="IBM Plex Sans Light"/>
              </a:defRPr>
            </a:lvl4pPr>
            <a:lvl5pPr marL="1828709" indent="0">
              <a:buNone/>
              <a:defRPr b="0" i="0">
                <a:solidFill>
                  <a:schemeClr val="accent1"/>
                </a:solidFill>
                <a:latin typeface="IBM Plex Sans Light"/>
                <a:ea typeface="IBM Plex Sans Light"/>
                <a:cs typeface="IBM Plex Sans Light"/>
              </a:defRPr>
            </a:lvl5pPr>
          </a:lstStyle>
          <a:p xmlns:a="http://schemas.openxmlformats.org/drawingml/2006/main">
            <a:pPr lvl="0">
              <a:buNone/>
            </a:pPr>
            <a:r>
              <a:t>Click to edit subhead</a:t>
            </a:r>
          </a:p>
        </p:txBody>
      </p:sp>
      <p:sp>
        <p:nvSpPr>
          <p:cNvPr id="3" name="Content Placeholder 2">
            <a:extLst xmlns:a="http://schemas.openxmlformats.org/drawingml/2006/main">
              <a:ext uri="{FF2B5EF4-FFF2-40B4-BE49-F238E27FC236}">
                <a16:creationId xmlns:a16="http://schemas.microsoft.com/office/drawing/2014/main" id="{55861FEF-A671-1F7D-9144-4A18E9166FFA}"/>
              </a:ext>
            </a:extLst>
          </p:cNvPr>
          <p:cNvSpPr>
            <a:spLocks xmlns:a="http://schemas.openxmlformats.org/drawingml/2006/main" noGrp="1"/>
          </p:cNvSpPr>
          <p:nvPr>
            <p:ph idx="1" hasCustomPrompt="1"/>
          </p:nvPr>
        </p:nvSpPr>
        <p:spPr>
          <a:xfrm xmlns:a="http://schemas.openxmlformats.org/drawingml/2006/main">
            <a:off x="644769" y="2325836"/>
            <a:ext cx="5181600" cy="3851129"/>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3BBBBC6-6719-80F5-099C-8B072696F417}"/>
              </a:ext>
            </a:extLst>
          </p:cNvPr>
          <p:cNvSpPr>
            <a:spLocks xmlns:a="http://schemas.openxmlformats.org/drawingml/2006/main" noGrp="1"/>
          </p:cNvSpPr>
          <p:nvPr>
            <p:ph idx="2" hasCustomPrompt="1"/>
          </p:nvPr>
        </p:nvSpPr>
        <p:spPr>
          <a:xfrm xmlns:a="http://schemas.openxmlformats.org/drawingml/2006/main">
            <a:off x="6172200" y="2325836"/>
            <a:ext cx="5181600" cy="3851129"/>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Slide Number Placeholder 6">
            <a:extLst xmlns:a="http://schemas.openxmlformats.org/drawingml/2006/main">
              <a:ext uri="{FF2B5EF4-FFF2-40B4-BE49-F238E27FC236}">
                <a16:creationId xmlns:a16="http://schemas.microsoft.com/office/drawing/2014/main" id="{3B512A74-75CF-9BD0-220A-2635D0FE06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13.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7BE74C1-7A20-8CB4-3DD4-EB8A50BB8128}"/>
              </a:ext>
            </a:extLst>
          </p:cNvPr>
          <p:cNvSpPr>
            <a:spLocks xmlns:a="http://schemas.openxmlformats.org/drawingml/2006/main" noGrp="1"/>
          </p:cNvSpPr>
          <p:nvPr>
            <p:ph type="title" idx="0" hasCustomPrompt="1"/>
          </p:nvPr>
        </p:nvSpPr>
        <p:spPr>
          <a:xfrm xmlns:a="http://schemas.openxmlformats.org/drawingml/2006/main">
            <a:off x="644769" y="365125"/>
            <a:ext cx="10710619" cy="1325563"/>
          </a:xfrm>
        </p:spPr>
        <p:txBody>
          <a:bodyPr xmlns:a="http://schemas.openxmlformats.org/drawingml/2006/main"/>
          <a:lstStyle xmlns:a="http://schemas.openxmlformats.org/drawingml/2006/main"/>
          <a:p xmlns:a="http://schemas.openxmlformats.org/drawingml/2006/main">
            <a:r>
              <a:t>CLICK TO EDIT TITLE</a:t>
            </a:r>
          </a:p>
        </p:txBody>
      </p:sp>
      <p:sp>
        <p:nvSpPr>
          <p:cNvPr id="3" name="Text Placeholder 2">
            <a:extLst xmlns:a="http://schemas.openxmlformats.org/drawingml/2006/main">
              <a:ext uri="{FF2B5EF4-FFF2-40B4-BE49-F238E27FC236}">
                <a16:creationId xmlns:a16="http://schemas.microsoft.com/office/drawing/2014/main" id="{817277B2-0A2F-FA77-9E15-CA3A58A5B545}"/>
              </a:ext>
            </a:extLst>
          </p:cNvPr>
          <p:cNvSpPr>
            <a:spLocks xmlns:a="http://schemas.openxmlformats.org/drawingml/2006/main" noGrp="1"/>
          </p:cNvSpPr>
          <p:nvPr>
            <p:ph type="body" idx="1" hasCustomPrompt="1"/>
          </p:nvPr>
        </p:nvSpPr>
        <p:spPr>
          <a:xfrm xmlns:a="http://schemas.openxmlformats.org/drawingml/2006/main">
            <a:off x="644772" y="1681163"/>
            <a:ext cx="5157787" cy="823912"/>
          </a:xfrm>
        </p:spPr>
        <p:txBody>
          <a:bodyPr xmlns:a="http://schemas.openxmlformats.org/drawingml/2006/main" anchor="b"/>
          <a:lstStyle xmlns:a="http://schemas.openxmlformats.org/drawingml/2006/main">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xmlns:a="http://schemas.openxmlformats.org/drawingml/2006/main">
            <a:pPr lvl="0">
              <a:buNone/>
            </a:pPr>
            <a:r>
              <a:t>Click to edit text</a:t>
            </a:r>
          </a:p>
        </p:txBody>
      </p:sp>
      <p:sp>
        <p:nvSpPr>
          <p:cNvPr id="4" name="Content Placeholder 3">
            <a:extLst xmlns:a="http://schemas.openxmlformats.org/drawingml/2006/main">
              <a:ext uri="{FF2B5EF4-FFF2-40B4-BE49-F238E27FC236}">
                <a16:creationId xmlns:a16="http://schemas.microsoft.com/office/drawing/2014/main" id="{07B25F01-3996-B6B6-F8FD-75E9120A8843}"/>
              </a:ext>
            </a:extLst>
          </p:cNvPr>
          <p:cNvSpPr>
            <a:spLocks xmlns:a="http://schemas.openxmlformats.org/drawingml/2006/main" noGrp="1"/>
          </p:cNvSpPr>
          <p:nvPr>
            <p:ph idx="2" hasCustomPrompt="1"/>
          </p:nvPr>
        </p:nvSpPr>
        <p:spPr>
          <a:xfrm xmlns:a="http://schemas.openxmlformats.org/drawingml/2006/main">
            <a:off x="644772" y="2505075"/>
            <a:ext cx="5157787" cy="3684588"/>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6F473F84-FD9A-282A-FBCC-F5ADD527FC9F}"/>
              </a:ext>
            </a:extLst>
          </p:cNvPr>
          <p:cNvSpPr>
            <a:spLocks xmlns:a="http://schemas.openxmlformats.org/drawingml/2006/main" noGrp="1"/>
          </p:cNvSpPr>
          <p:nvPr>
            <p:ph type="body" idx="3" hasCustomPrompt="1"/>
          </p:nvPr>
        </p:nvSpPr>
        <p:spPr>
          <a:xfrm xmlns:a="http://schemas.openxmlformats.org/drawingml/2006/main">
            <a:off x="6172202" y="1681163"/>
            <a:ext cx="5183188" cy="823912"/>
          </a:xfrm>
        </p:spPr>
        <p:txBody>
          <a:bodyPr xmlns:a="http://schemas.openxmlformats.org/drawingml/2006/main" anchor="b"/>
          <a:lstStyle xmlns:a="http://schemas.openxmlformats.org/drawingml/2006/main">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xmlns:a="http://schemas.openxmlformats.org/drawingml/2006/main">
            <a:pPr lvl="0">
              <a:buNone/>
            </a:pPr>
            <a:r>
              <a:t>Click to edit text</a:t>
            </a:r>
          </a:p>
        </p:txBody>
      </p:sp>
      <p:sp>
        <p:nvSpPr>
          <p:cNvPr id="6" name="Content Placeholder 5">
            <a:extLst xmlns:a="http://schemas.openxmlformats.org/drawingml/2006/main">
              <a:ext uri="{FF2B5EF4-FFF2-40B4-BE49-F238E27FC236}">
                <a16:creationId xmlns:a16="http://schemas.microsoft.com/office/drawing/2014/main" id="{5EE5DE14-382A-1AC7-A660-8E5831B83608}"/>
              </a:ext>
            </a:extLst>
          </p:cNvPr>
          <p:cNvSpPr>
            <a:spLocks xmlns:a="http://schemas.openxmlformats.org/drawingml/2006/main" noGrp="1"/>
          </p:cNvSpPr>
          <p:nvPr>
            <p:ph idx="4" hasCustomPrompt="1"/>
          </p:nvPr>
        </p:nvSpPr>
        <p:spPr>
          <a:xfrm xmlns:a="http://schemas.openxmlformats.org/drawingml/2006/main">
            <a:off x="6172202" y="2505075"/>
            <a:ext cx="5183188" cy="3684588"/>
          </a:xfrm>
        </p:spPr>
        <p:txBody>
          <a:bodyPr xmlns:a="http://schemas.openxmlformats.org/drawingml/2006/main"/>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Slide Number Placeholder 8">
            <a:extLst xmlns:a="http://schemas.openxmlformats.org/drawingml/2006/main">
              <a:ext uri="{FF2B5EF4-FFF2-40B4-BE49-F238E27FC236}">
                <a16:creationId xmlns:a16="http://schemas.microsoft.com/office/drawing/2014/main" id="{9E6D1FFC-28E6-E13A-7721-39658D2AA0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14.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F327957-9EED-8271-0E72-EFAE0371AF15}"/>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p xmlns:a="http://schemas.openxmlformats.org/drawingml/2006/main">
            <a:r>
              <a:t>CLICK TO EDIT TITLE</a:t>
            </a:r>
          </a:p>
        </p:txBody>
      </p:sp>
      <p:sp>
        <p:nvSpPr>
          <p:cNvPr id="5" name="Slide Number Placeholder 4">
            <a:extLst xmlns:a="http://schemas.openxmlformats.org/drawingml/2006/main">
              <a:ext uri="{FF2B5EF4-FFF2-40B4-BE49-F238E27FC236}">
                <a16:creationId xmlns:a16="http://schemas.microsoft.com/office/drawing/2014/main" id="{D555F4F9-1684-DE61-8B6E-9C5982CDC2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15.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8C93D118-64C2-DAF8-93EF-9D41A6B09A5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16.xml><?xml version="1.0" encoding="utf-8"?>
<p:sldLayout xmlns:p="http://schemas.openxmlformats.org/presentationml/2006/main" type="blank" preserve="1">
  <p:cSld name="1_Blank">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546ACC9-E2A9-486E-5749-83DDF3B956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351" b="0" i="0">
              <a:latin typeface="Arial Nova"/>
              <a:ea typeface="Arial Nova"/>
              <a:cs typeface="Arial Nova"/>
            </a:endParaRPr>
          </a:p>
        </p:txBody>
      </p:sp>
    </p:spTree>
  </p:cSld>
</p:sldLayout>
</file>

<file path=ppt/slideLayouts/slideLayout17.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7" name="Slide Number Placeholder 6">
            <a:extLst xmlns:a="http://schemas.openxmlformats.org/drawingml/2006/main">
              <a:ext uri="{FF2B5EF4-FFF2-40B4-BE49-F238E27FC236}">
                <a16:creationId xmlns:a16="http://schemas.microsoft.com/office/drawing/2014/main" id="{1ABF1B99-BFB4-0688-A8CA-067A988DADE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
        <p:nvSpPr>
          <p:cNvPr id="3" name="Content Placeholder 2">
            <a:extLst xmlns:a="http://schemas.openxmlformats.org/drawingml/2006/main">
              <a:ext uri="{FF2B5EF4-FFF2-40B4-BE49-F238E27FC236}">
                <a16:creationId xmlns:a16="http://schemas.microsoft.com/office/drawing/2014/main" id="{A1A211F7-F5B3-755A-0FE9-7416E5B6D3BB}"/>
              </a:ext>
            </a:extLst>
          </p:cNvPr>
          <p:cNvSpPr>
            <a:spLocks xmlns:a="http://schemas.openxmlformats.org/drawingml/2006/main" noGrp="1"/>
          </p:cNvSpPr>
          <p:nvPr>
            <p:ph idx="1" hasCustomPrompt="1"/>
          </p:nvPr>
        </p:nvSpPr>
        <p:spPr>
          <a:xfrm xmlns:a="http://schemas.openxmlformats.org/drawingml/2006/main">
            <a:off x="5183188" y="987428"/>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8C1DCA10-F271-79EA-C335-35398B7961CF}"/>
              </a:ext>
            </a:extLst>
          </p:cNvPr>
          <p:cNvSpPr>
            <a:spLocks xmlns:a="http://schemas.openxmlformats.org/drawingml/2006/main" noGrp="1"/>
          </p:cNvSpPr>
          <p:nvPr>
            <p:ph type="body" idx="2" hasCustomPrompt="1"/>
          </p:nvPr>
        </p:nvSpPr>
        <p:spPr>
          <a:xfrm xmlns:a="http://schemas.openxmlformats.org/drawingml/2006/main">
            <a:off x="644773" y="2057402"/>
            <a:ext cx="4127255" cy="3811588"/>
          </a:xfrm>
        </p:spPr>
        <p:txBody>
          <a:bodyPr xmlns:a="http://schemas.openxmlformats.org/drawingml/2006/main"/>
          <a:lstStyle xmlns:a="http://schemas.openxmlformats.org/drawingml/2006/main">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xmlns:a="http://schemas.openxmlformats.org/drawingml/2006/main">
            <a:pPr lvl="0">
              <a:buNone/>
            </a:pPr>
            <a:r>
              <a:t>Click to edit text</a:t>
            </a:r>
          </a:p>
        </p:txBody>
      </p:sp>
      <p:sp>
        <p:nvSpPr>
          <p:cNvPr id="2" name="Title 1">
            <a:extLst xmlns:a="http://schemas.openxmlformats.org/drawingml/2006/main">
              <a:ext uri="{FF2B5EF4-FFF2-40B4-BE49-F238E27FC236}">
                <a16:creationId xmlns:a16="http://schemas.microsoft.com/office/drawing/2014/main" id="{F7F18D82-BCB2-4520-6E3E-BC47DF6E92F2}"/>
              </a:ext>
            </a:extLst>
          </p:cNvPr>
          <p:cNvSpPr>
            <a:spLocks xmlns:a="http://schemas.openxmlformats.org/drawingml/2006/main" noGrp="1"/>
          </p:cNvSpPr>
          <p:nvPr>
            <p:ph type="title" idx="0" hasCustomPrompt="1"/>
          </p:nvPr>
        </p:nvSpPr>
        <p:spPr>
          <a:xfrm xmlns:a="http://schemas.openxmlformats.org/drawingml/2006/main">
            <a:off x="644773" y="457200"/>
            <a:ext cx="4127255"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TITLE</a:t>
            </a:r>
          </a:p>
        </p:txBody>
      </p:sp>
    </p:spTree>
  </p:cSld>
</p:sldLayout>
</file>

<file path=ppt/slideLayouts/slideLayout18.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6BCDE9B-54A8-866E-B788-EB3968761BC7}"/>
              </a:ext>
            </a:extLst>
          </p:cNvPr>
          <p:cNvSpPr>
            <a:spLocks xmlns:a="http://schemas.openxmlformats.org/drawingml/2006/main" noGrp="1"/>
          </p:cNvSpPr>
          <p:nvPr>
            <p:ph type="title" idx="0" hasCustomPrompt="1"/>
          </p:nvPr>
        </p:nvSpPr>
        <p:spPr>
          <a:xfrm xmlns:a="http://schemas.openxmlformats.org/drawingml/2006/main">
            <a:off x="644773" y="457200"/>
            <a:ext cx="4127255"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title</a:t>
            </a:r>
          </a:p>
        </p:txBody>
      </p:sp>
      <p:sp>
        <p:nvSpPr>
          <p:cNvPr id="4" name="Text Placeholder 3">
            <a:extLst xmlns:a="http://schemas.openxmlformats.org/drawingml/2006/main">
              <a:ext uri="{FF2B5EF4-FFF2-40B4-BE49-F238E27FC236}">
                <a16:creationId xmlns:a16="http://schemas.microsoft.com/office/drawing/2014/main" id="{B31F6659-DAE0-7160-C9F6-2C8137D933BD}"/>
              </a:ext>
            </a:extLst>
          </p:cNvPr>
          <p:cNvSpPr>
            <a:spLocks xmlns:a="http://schemas.openxmlformats.org/drawingml/2006/main" noGrp="1"/>
          </p:cNvSpPr>
          <p:nvPr>
            <p:ph type="body" idx="2" hasCustomPrompt="1"/>
          </p:nvPr>
        </p:nvSpPr>
        <p:spPr>
          <a:xfrm xmlns:a="http://schemas.openxmlformats.org/drawingml/2006/main">
            <a:off x="644773" y="2057402"/>
            <a:ext cx="4127255" cy="3811588"/>
          </a:xfrm>
        </p:spPr>
        <p:txBody>
          <a:bodyPr xmlns:a="http://schemas.openxmlformats.org/drawingml/2006/main"/>
          <a:lstStyle xmlns:a="http://schemas.openxmlformats.org/drawingml/2006/main">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xmlns:a="http://schemas.openxmlformats.org/drawingml/2006/main">
            <a:pPr lvl="0">
              <a:buNone/>
            </a:pPr>
            <a:r>
              <a:t>Click to edit text</a:t>
            </a:r>
          </a:p>
        </p:txBody>
      </p:sp>
      <p:sp>
        <p:nvSpPr>
          <p:cNvPr id="3" name="Picture Placeholder 2">
            <a:extLst xmlns:a="http://schemas.openxmlformats.org/drawingml/2006/main">
              <a:ext uri="{FF2B5EF4-FFF2-40B4-BE49-F238E27FC236}">
                <a16:creationId xmlns:a16="http://schemas.microsoft.com/office/drawing/2014/main" id="{3F05E2B1-FC9F-DFC8-B82B-3A9D2B911EBC}"/>
              </a:ext>
            </a:extLst>
          </p:cNvPr>
          <p:cNvSpPr>
            <a:spLocks xmlns:a="http://schemas.openxmlformats.org/drawingml/2006/main" noGrp="1"/>
          </p:cNvSpPr>
          <p:nvPr>
            <p:ph type="pic" idx="1"/>
          </p:nvPr>
        </p:nvSpPr>
        <p:spPr>
          <a:xfrm xmlns:a="http://schemas.openxmlformats.org/drawingml/2006/main">
            <a:off x="5183188" y="987428"/>
            <a:ext cx="6172200" cy="4873625"/>
          </a:xfrm>
        </p:spPr>
        <p:txBody>
          <a:bodyPr xmlns:a="http://schemas.openxmlformats.org/drawingml/2006/main"/>
          <a:lstStyle xmlns:a="http://schemas.openxmlformats.org/drawingml/2006/main">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30ECE5B-0146-1148-6A0D-A0F447C354A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267CD5E-26CF-4249-8540-BB1D07FD4227}" type="slidenum">
              <a:t>‹#›</a:t>
            </a:fld>
            <a:endParaRPr/>
          </a:p>
        </p:txBody>
      </p:sp>
    </p:spTree>
  </p:cSld>
</p:sldLayout>
</file>

<file path=ppt/slideLayouts/slideLayout19.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6F92B4C-D932-924C-A9B9-A7396B7CB503}"/>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p xmlns:a="http://schemas.openxmlformats.org/drawingml/2006/main">
            <a:r>
              <a:t>Click to edit title</a:t>
            </a:r>
          </a:p>
        </p:txBody>
      </p:sp>
      <p:sp>
        <p:nvSpPr>
          <p:cNvPr id="3" name="Vertical Text Placeholder 2">
            <a:extLst xmlns:a="http://schemas.openxmlformats.org/drawingml/2006/main">
              <a:ext uri="{FF2B5EF4-FFF2-40B4-BE49-F238E27FC236}">
                <a16:creationId xmlns:a16="http://schemas.microsoft.com/office/drawing/2014/main" id="{61DF67A6-D1DA-71BB-CCFF-678D91838913}"/>
              </a:ext>
            </a:extLst>
          </p:cNvPr>
          <p:cNvSpPr>
            <a:spLocks xmlns:a="http://schemas.openxmlformats.org/drawingml/2006/main" noGrp="1"/>
          </p:cNvSpPr>
          <p:nvPr>
            <p:ph type="body" idx="1" hasCustomPrompt="1"/>
          </p:nvPr>
        </p:nvSpPr>
        <p:spPr/>
        <p:txBody>
          <a:bodyPr xmlns:a="http://schemas.openxmlformats.org/drawingml/2006/main" vert="eaVert"/>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20.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B28CFDF3-4C0B-B588-73E9-559E689FE0AF}"/>
              </a:ext>
            </a:extLst>
          </p:cNvPr>
          <p:cNvSpPr>
            <a:spLocks xmlns:a="http://schemas.openxmlformats.org/drawingml/2006/main" noGrp="1"/>
          </p:cNvSpPr>
          <p:nvPr>
            <p:ph type="title" idx="0"/>
          </p:nvPr>
        </p:nvSpPr>
        <p:spPr>
          <a:xfrm xmlns:a="http://schemas.openxmlformats.org/drawingml/2006/main">
            <a:off x="8724902" y="365127"/>
            <a:ext cx="2628900" cy="5811839"/>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0E20EF8-D417-90E9-AEFA-DB28B8392B89}"/>
              </a:ext>
            </a:extLst>
          </p:cNvPr>
          <p:cNvSpPr>
            <a:spLocks xmlns:a="http://schemas.openxmlformats.org/drawingml/2006/main" noGrp="1"/>
          </p:cNvSpPr>
          <p:nvPr>
            <p:ph type="body" idx="1"/>
          </p:nvPr>
        </p:nvSpPr>
        <p:spPr>
          <a:xfrm xmlns:a="http://schemas.openxmlformats.org/drawingml/2006/main">
            <a:off x="644769" y="365127"/>
            <a:ext cx="7927731" cy="5811839"/>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21.xml><?xml version="1.0" encoding="utf-8"?>
<p:sldLayout xmlns:p="http://schemas.openxmlformats.org/presentationml/2006/main" preserve="1" userDrawn="1">
  <p:cSld name="Thank You Slide">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BE9A1BC7-0009-0549-8F97-13B5D310F8D3}"/>
              </a:ext>
            </a:extLst>
          </p:cNvPr>
          <p:cNvSpPr>
            <a:spLocks xmlns:a="http://schemas.openxmlformats.org/drawingml/2006/main" noGrp="1"/>
          </p:cNvSpPr>
          <p:nvPr/>
        </p:nvSpPr>
        <p:spPr>
          <a:xfrm xmlns:a="http://schemas.openxmlformats.org/drawingml/2006/main">
            <a:off x="0" y="0"/>
            <a:ext cx="9044609" cy="6858000"/>
          </a:xfrm>
          <a:prstGeom xmlns:a="http://schemas.openxmlformats.org/drawingml/2006/main" prst="rect">
            <a:avLst/>
          </a:prstGeom>
          <a:solidFill xmlns:a="http://schemas.openxmlformats.org/drawingml/2006/main">
            <a:schemeClr val="tx1"/>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0" i="0">
              <a:latin typeface="Arial"/>
              <a:ea typeface="Arial"/>
              <a:cs typeface="Arial"/>
            </a:endParaRPr>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a8e8be17db694004"/>
          <a:stretch xmlns:a="http://schemas.openxmlformats.org/drawingml/2006/main">
            <a:fillRect l="0" t="0" r="0" b="0"/>
          </a:stretch>
        </p:blipFill>
        <p:spPr>
          <a:xfrm xmlns:a="http://schemas.openxmlformats.org/drawingml/2006/main">
            <a:off x="88900" y="0"/>
            <a:ext cx="12192000" cy="6858000"/>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84B2191C-6994-71BA-A63E-85F5AF6A9776}"/>
              </a:ext>
            </a:extLst>
          </p:cNvPr>
          <p:cNvSpPr>
            <a:spLocks xmlns:a="http://schemas.openxmlformats.org/drawingml/2006/main" noGrp="1"/>
          </p:cNvSpPr>
          <p:nvPr/>
        </p:nvSpPr>
        <p:spPr>
          <a:xfrm xmlns:a="http://schemas.openxmlformats.org/drawingml/2006/main">
            <a:off x="7284722" y="3144277"/>
            <a:ext cx="4245895"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5400" b="0" i="0">
                <a:solidFill>
                  <a:schemeClr val="bg1"/>
                </a:solidFill>
                <a:latin typeface="Arial Nova Cond Light"/>
                <a:ea typeface="Arial Nova Cond Light"/>
                <a:cs typeface="Arial Nova Cond Light"/>
              </a:rPr>
              <a:t>THANK YOU</a:t>
            </a:r>
          </a:p>
        </p:txBody>
      </p:sp>
      <p:sp>
        <p:nvSpPr>
          <p:cNvPr id="9" name="TextBox 8">
            <a:extLst xmlns:a="http://schemas.openxmlformats.org/drawingml/2006/main">
              <a:ext uri="{FF2B5EF4-FFF2-40B4-BE49-F238E27FC236}">
                <a16:creationId xmlns:a16="http://schemas.microsoft.com/office/drawing/2014/main" id="{7F2600DA-4934-A3D7-306B-06292C3154B8}"/>
              </a:ext>
            </a:extLst>
          </p:cNvPr>
          <p:cNvSpPr>
            <a:spLocks xmlns:a="http://schemas.openxmlformats.org/drawingml/2006/main" noGrp="1"/>
          </p:cNvSpPr>
          <p:nvPr/>
        </p:nvSpPr>
        <p:spPr>
          <a:xfrm xmlns:a="http://schemas.openxmlformats.org/drawingml/2006/main">
            <a:off x="6096002" y="5170418"/>
            <a:ext cx="5434615"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600" b="0" i="0">
                <a:solidFill>
                  <a:schemeClr val="bg1"/>
                </a:solidFill>
                <a:latin typeface="Arial Nova"/>
                <a:ea typeface="Arial Nova"/>
                <a:cs typeface="Arial Nova"/>
              </a:rPr>
              <a:t>Stevens Institute of Technology</a:t>
            </a:r>
            <a:br/>
            <a:r>
              <a:rPr sz="1600" b="0" i="0">
                <a:solidFill>
                  <a:schemeClr val="bg1"/>
                </a:solidFill>
                <a:latin typeface="Arial Nova"/>
                <a:ea typeface="Arial Nova"/>
                <a:cs typeface="Arial Nova"/>
              </a:rPr>
              <a:t>1 Castle Point Terrace, Hoboken, NJ 07030</a:t>
            </a:r>
          </a:p>
        </p:txBody>
      </p:sp>
    </p:spTree>
  </p:cSld>
</p:sldLayout>
</file>

<file path=ppt/slideLayouts/slideLayout22.xml><?xml version="1.0" encoding="utf-8"?>
<p:sldLayout xmlns:p="http://schemas.openxmlformats.org/presentationml/2006/main">
  <p:cSld name="Stevens — Gallery Canvas">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emf" Id="Rf86e84fdde2c4fe8" /><Relationship Type="http://schemas.openxmlformats.org/officeDocument/2006/relationships/theme" Target="/ppt/slideMasters/theme/theme2.xml" Id="R777b84bba3f14611" /><Relationship Type="http://schemas.openxmlformats.org/officeDocument/2006/relationships/slideLayout" Target="/ppt/slideLayouts/slideLayout1.xml" Id="R446ceb6242c143e2" /><Relationship Type="http://schemas.openxmlformats.org/officeDocument/2006/relationships/slideLayout" Target="/ppt/slideLayouts/slideLayout2.xml" Id="Re2f4a41dfc154e92" /><Relationship Type="http://schemas.openxmlformats.org/officeDocument/2006/relationships/slideLayout" Target="/ppt/slideLayouts/slideLayout3.xml" Id="R744f241728b8492b" /><Relationship Type="http://schemas.openxmlformats.org/officeDocument/2006/relationships/slideLayout" Target="/ppt/slideLayouts/slideLayout4.xml" Id="Rcc8bca6df93d4240" /><Relationship Type="http://schemas.openxmlformats.org/officeDocument/2006/relationships/slideLayout" Target="/ppt/slideLayouts/slideLayout5.xml" Id="R46276f9259c74ea4" /><Relationship Type="http://schemas.openxmlformats.org/officeDocument/2006/relationships/slideLayout" Target="/ppt/slideLayouts/slideLayout6.xml" Id="R4f50182750734045" /><Relationship Type="http://schemas.openxmlformats.org/officeDocument/2006/relationships/slideLayout" Target="/ppt/slideLayouts/slideLayout7.xml" Id="Rc41468eff871408d" /><Relationship Type="http://schemas.openxmlformats.org/officeDocument/2006/relationships/slideLayout" Target="/ppt/slideLayouts/slideLayout8.xml" Id="Rf7dca2955163494c" /><Relationship Type="http://schemas.openxmlformats.org/officeDocument/2006/relationships/slideLayout" Target="/ppt/slideLayouts/slideLayout9.xml" Id="R3d99a7410ec743d8" /><Relationship Type="http://schemas.openxmlformats.org/officeDocument/2006/relationships/slideLayout" Target="/ppt/slideLayouts/slideLayout10.xml" Id="Rbf81d2bfb9e54d77" /><Relationship Type="http://schemas.openxmlformats.org/officeDocument/2006/relationships/slideLayout" Target="/ppt/slideLayouts/slideLayout11.xml" Id="Rf0028ef11d1b4b5a" /><Relationship Type="http://schemas.openxmlformats.org/officeDocument/2006/relationships/slideLayout" Target="/ppt/slideLayouts/slideLayout12.xml" Id="R2bd700a5fa1841cc" /><Relationship Type="http://schemas.openxmlformats.org/officeDocument/2006/relationships/slideLayout" Target="/ppt/slideLayouts/slideLayout13.xml" Id="R1e0050b0358749eb" /><Relationship Type="http://schemas.openxmlformats.org/officeDocument/2006/relationships/slideLayout" Target="/ppt/slideLayouts/slideLayout14.xml" Id="Re8c64609203f491d" /><Relationship Type="http://schemas.openxmlformats.org/officeDocument/2006/relationships/slideLayout" Target="/ppt/slideLayouts/slideLayout15.xml" Id="Re30d7e0f346e437e" /><Relationship Type="http://schemas.openxmlformats.org/officeDocument/2006/relationships/slideLayout" Target="/ppt/slideLayouts/slideLayout16.xml" Id="R9c272c7c4fa14e6c" /><Relationship Type="http://schemas.openxmlformats.org/officeDocument/2006/relationships/slideLayout" Target="/ppt/slideLayouts/slideLayout17.xml" Id="R40b44642d3ba4917" /><Relationship Type="http://schemas.openxmlformats.org/officeDocument/2006/relationships/slideLayout" Target="/ppt/slideLayouts/slideLayout18.xml" Id="R13fb1c8179634b37" /><Relationship Type="http://schemas.openxmlformats.org/officeDocument/2006/relationships/slideLayout" Target="/ppt/slideLayouts/slideLayout19.xml" Id="R87e9d1c2dfbe4bc2" /><Relationship Type="http://schemas.openxmlformats.org/officeDocument/2006/relationships/slideLayout" Target="/ppt/slideLayouts/slideLayout20.xml" Id="R3a953ec636474ca1" /><Relationship Type="http://schemas.openxmlformats.org/officeDocument/2006/relationships/slideLayout" Target="/ppt/slideLayouts/slideLayout21.xml" Id="Ra45f757591d049b2"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018eb5983e794f0b" /><Relationship Type="http://schemas.openxmlformats.org/officeDocument/2006/relationships/slideLayout" Target="/ppt/slideLayouts/slideLayout22.xml" Id="Red8d7f26cd45491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pic>
        <p:nvPicPr>
          <p:cNvPr id="8" name="Picture 6"/>
          <p:cNvPicPr>
            <a:picLocks xmlns:a="http://schemas.openxmlformats.org/drawingml/2006/main" noChangeAspect="1"/>
          </p:cNvPicPr>
          <p:nvPr/>
        </p:nvPicPr>
        <p:blipFill>
          <a:blip xmlns:r="http://schemas.openxmlformats.org/officeDocument/2006/relationships" xmlns:a="http://schemas.openxmlformats.org/drawingml/2006/main" r:embed="Rf86e84fdde2c4fe8"/>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 Placeholder 1">
            <a:extLst xmlns:a="http://schemas.openxmlformats.org/drawingml/2006/main">
              <a:ext uri="{FF2B5EF4-FFF2-40B4-BE49-F238E27FC236}">
                <a16:creationId xmlns:a16="http://schemas.microsoft.com/office/drawing/2014/main" id="{3D8260AC-B27C-DE3D-E8FB-3000BB8698CA}"/>
              </a:ext>
            </a:extLst>
          </p:cNvPr>
          <p:cNvSpPr>
            <a:spLocks xmlns:a="http://schemas.openxmlformats.org/drawingml/2006/main" noGrp="1"/>
          </p:cNvSpPr>
          <p:nvPr>
            <p:ph type="title" idx="0"/>
          </p:nvPr>
        </p:nvSpPr>
        <p:spPr>
          <a:xfrm xmlns:a="http://schemas.openxmlformats.org/drawingml/2006/main">
            <a:off x="644771" y="365125"/>
            <a:ext cx="10709031" cy="1325563"/>
          </a:xfrm>
          <a:prstGeom xmlns:a="http://schemas.openxmlformats.org/drawingml/2006/main" prst="rect">
            <a:avLst/>
          </a:prstGeom>
        </p:spPr>
        <p:txBody>
          <a:bodyPr xmlns:a="http://schemas.openxmlformats.org/drawingml/2006/main" vert="horz" lIns="91440" tIns="45720" rIns="91440" bIns="45720" anchor="t">
            <a:normAutofit/>
          </a:bodyPr>
          <a:lstStyle xmlns:a="http://schemas.openxmlformats.org/drawingml/2006/main"/>
          <a:p xmlns:a="http://schemas.openxmlformats.org/drawingml/2006/main">
            <a:r>
              <a:t>CLICK TO EDIT TITLE</a:t>
            </a:r>
          </a:p>
        </p:txBody>
      </p:sp>
      <p:sp>
        <p:nvSpPr>
          <p:cNvPr id="3" name="Text Placeholder 2">
            <a:extLst xmlns:a="http://schemas.openxmlformats.org/drawingml/2006/main">
              <a:ext uri="{FF2B5EF4-FFF2-40B4-BE49-F238E27FC236}">
                <a16:creationId xmlns:a16="http://schemas.microsoft.com/office/drawing/2014/main" id="{227D0E4D-9C81-2FCD-CDF4-6788792CAAEC}"/>
              </a:ext>
            </a:extLst>
          </p:cNvPr>
          <p:cNvSpPr>
            <a:spLocks xmlns:a="http://schemas.openxmlformats.org/drawingml/2006/main" noGrp="1"/>
          </p:cNvSpPr>
          <p:nvPr>
            <p:ph type="body" idx="1"/>
          </p:nvPr>
        </p:nvSpPr>
        <p:spPr>
          <a:xfrm xmlns:a="http://schemas.openxmlformats.org/drawingml/2006/main">
            <a:off x="644771" y="1825625"/>
            <a:ext cx="10709031" cy="4235176"/>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text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E6FF5758-A04B-569F-5DA2-3E27D28C73D9}"/>
              </a:ext>
            </a:extLst>
          </p:cNvPr>
          <p:cNvSpPr>
            <a:spLocks xmlns:a="http://schemas.openxmlformats.org/drawingml/2006/main" noGrp="1"/>
          </p:cNvSpPr>
          <p:nvPr>
            <p:ph type="sldNum" idx="4"/>
          </p:nvPr>
        </p:nvSpPr>
        <p:spPr>
          <a:xfrm xmlns:a="http://schemas.openxmlformats.org/drawingml/2006/main">
            <a:off x="9375913" y="627684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b="0" i="0">
                <a:solidFill>
                  <a:schemeClr val="accent1"/>
                </a:solidFill>
                <a:latin typeface="Arial Nova"/>
                <a:ea typeface="Arial Nova"/>
                <a:cs typeface="Arial Nova"/>
              </a:defRPr>
            </a:lvl1pPr>
          </a:lstStyle>
          <a:p xmlns:a="http://schemas.openxmlformats.org/drawingml/2006/main">
            <a:fld id="{4267CD5E-26CF-4249-8540-BB1D07FD422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6ceb6242c143e2"/>
    <p:sldLayoutId xmlns:r="http://schemas.openxmlformats.org/officeDocument/2006/relationships" id="2147483650" r:id="Re2f4a41dfc154e92"/>
    <p:sldLayoutId xmlns:r="http://schemas.openxmlformats.org/officeDocument/2006/relationships" id="2147483651" r:id="R744f241728b8492b"/>
    <p:sldLayoutId xmlns:r="http://schemas.openxmlformats.org/officeDocument/2006/relationships" id="2147483652" r:id="Rcc8bca6df93d4240"/>
    <p:sldLayoutId xmlns:r="http://schemas.openxmlformats.org/officeDocument/2006/relationships" id="2147483653" r:id="R46276f9259c74ea4"/>
    <p:sldLayoutId xmlns:r="http://schemas.openxmlformats.org/officeDocument/2006/relationships" id="2147483654" r:id="R4f50182750734045"/>
    <p:sldLayoutId xmlns:r="http://schemas.openxmlformats.org/officeDocument/2006/relationships" id="2147483655" r:id="Rc41468eff871408d"/>
    <p:sldLayoutId xmlns:r="http://schemas.openxmlformats.org/officeDocument/2006/relationships" id="2147483656" r:id="Rf7dca2955163494c"/>
    <p:sldLayoutId xmlns:r="http://schemas.openxmlformats.org/officeDocument/2006/relationships" id="2147483657" r:id="R3d99a7410ec743d8"/>
    <p:sldLayoutId xmlns:r="http://schemas.openxmlformats.org/officeDocument/2006/relationships" id="2147483658" r:id="Rbf81d2bfb9e54d77"/>
    <p:sldLayoutId xmlns:r="http://schemas.openxmlformats.org/officeDocument/2006/relationships" id="2147483659" r:id="Rf0028ef11d1b4b5a"/>
    <p:sldLayoutId xmlns:r="http://schemas.openxmlformats.org/officeDocument/2006/relationships" id="2147483660" r:id="R2bd700a5fa1841cc"/>
    <p:sldLayoutId xmlns:r="http://schemas.openxmlformats.org/officeDocument/2006/relationships" id="2147483661" r:id="R1e0050b0358749eb"/>
    <p:sldLayoutId xmlns:r="http://schemas.openxmlformats.org/officeDocument/2006/relationships" id="2147483662" r:id="Re8c64609203f491d"/>
    <p:sldLayoutId xmlns:r="http://schemas.openxmlformats.org/officeDocument/2006/relationships" id="2147483663" r:id="Re30d7e0f346e437e"/>
    <p:sldLayoutId xmlns:r="http://schemas.openxmlformats.org/officeDocument/2006/relationships" id="2147483664" r:id="R9c272c7c4fa14e6c"/>
    <p:sldLayoutId xmlns:r="http://schemas.openxmlformats.org/officeDocument/2006/relationships" id="2147483665" r:id="R40b44642d3ba4917"/>
    <p:sldLayoutId xmlns:r="http://schemas.openxmlformats.org/officeDocument/2006/relationships" id="2147483666" r:id="R13fb1c8179634b37"/>
    <p:sldLayoutId xmlns:r="http://schemas.openxmlformats.org/officeDocument/2006/relationships" id="2147483667" r:id="R87e9d1c2dfbe4bc2"/>
    <p:sldLayoutId xmlns:r="http://schemas.openxmlformats.org/officeDocument/2006/relationships" id="2147483668" r:id="R3a953ec636474ca1"/>
    <p:sldLayoutId xmlns:r="http://schemas.openxmlformats.org/officeDocument/2006/relationships" id="2147483669" r:id="Ra45f757591d049b2"/>
  </p:sldLayoutIdLst>
  <p:hf hdr="0" ftr="0"/>
  <p:txStyles>
    <p:titleStyle>
      <a:lvl1pPr xmlns:a="http://schemas.openxmlformats.org/drawingml/2006/main" algn="l" defTabSz="914354">
        <a:lnSpc>
          <a:spcPct val="90000"/>
        </a:lnSpc>
        <a:spcBef>
          <a:spcPct val="0"/>
        </a:spcBef>
        <a:buNone/>
        <a:defRPr sz="4000" b="1" i="0" kern="1200">
          <a:solidFill>
            <a:schemeClr val="tx1"/>
          </a:solidFill>
          <a:latin typeface="Arial Nova Cond"/>
          <a:ea typeface="Arial Nova Cond"/>
          <a:cs typeface="Arial Nova Cond"/>
        </a:defRPr>
      </a:lvl1pPr>
    </p:titleStyle>
    <p:bodyStyle>
      <a:lvl1pPr xmlns:a="http://schemas.openxmlformats.org/drawingml/2006/main" marL="228600" indent="-228600" algn="l" defTabSz="914354">
        <a:lnSpc>
          <a:spcPct val="90000"/>
        </a:lnSpc>
        <a:spcBef>
          <a:spcPts val="1000"/>
        </a:spcBef>
        <a:buClr>
          <a:schemeClr val="accent4"/>
        </a:buClr>
        <a:buFont typeface="Wingdings"/>
        <a:buChar char="§"/>
        <a:defRPr sz="1800" b="0" i="0" kern="1200">
          <a:solidFill>
            <a:schemeClr val="tx1"/>
          </a:solidFill>
          <a:latin typeface="Arial Nova"/>
          <a:ea typeface="Arial Nova"/>
          <a:cs typeface="Arial Nova"/>
        </a:defRPr>
      </a:lvl1pPr>
      <a:lvl2pPr xmlns:a="http://schemas.openxmlformats.org/drawingml/2006/main" marL="502920" indent="-228600" algn="l" defTabSz="914354">
        <a:lnSpc>
          <a:spcPct val="90000"/>
        </a:lnSpc>
        <a:spcBef>
          <a:spcPts val="500"/>
        </a:spcBef>
        <a:buClr>
          <a:schemeClr val="accent4"/>
        </a:buClr>
        <a:buFont typeface="System Font Regular"/>
        <a:buChar char="-"/>
        <a:defRPr sz="1800" b="0" i="0" kern="1200">
          <a:solidFill>
            <a:schemeClr val="tx1"/>
          </a:solidFill>
          <a:latin typeface="Arial Nova"/>
          <a:ea typeface="Arial Nova"/>
          <a:cs typeface="Arial Nova"/>
        </a:defRPr>
      </a:lvl2pPr>
      <a:lvl3pPr xmlns:a="http://schemas.openxmlformats.org/drawingml/2006/main" marL="777240" indent="-228600" algn="l" defTabSz="914354">
        <a:lnSpc>
          <a:spcPct val="90000"/>
        </a:lnSpc>
        <a:spcBef>
          <a:spcPts val="500"/>
        </a:spcBef>
        <a:buClr>
          <a:schemeClr val="accent4"/>
        </a:buClr>
        <a:buFont typeface="System Font Regular"/>
        <a:buChar char="-"/>
        <a:defRPr sz="1600" b="0" i="0" kern="1200">
          <a:solidFill>
            <a:schemeClr val="tx1"/>
          </a:solidFill>
          <a:latin typeface="Arial Nova"/>
          <a:ea typeface="Arial Nova"/>
          <a:cs typeface="Arial Nova"/>
        </a:defRPr>
      </a:lvl3pPr>
      <a:lvl4pPr xmlns:a="http://schemas.openxmlformats.org/drawingml/2006/main" marL="1005840" indent="-228600" algn="l" defTabSz="914354">
        <a:lnSpc>
          <a:spcPct val="90000"/>
        </a:lnSpc>
        <a:spcBef>
          <a:spcPts val="500"/>
        </a:spcBef>
        <a:buClr>
          <a:schemeClr val="accent4"/>
        </a:buClr>
        <a:buFont typeface="System Font Regular"/>
        <a:buChar char="-"/>
        <a:defRPr sz="1600" b="0" i="0" kern="1200">
          <a:solidFill>
            <a:schemeClr val="tx1"/>
          </a:solidFill>
          <a:latin typeface="Arial Nova"/>
          <a:ea typeface="Arial Nova"/>
          <a:cs typeface="Arial Nova"/>
        </a:defRPr>
      </a:lvl4pPr>
      <a:lvl5pPr xmlns:a="http://schemas.openxmlformats.org/drawingml/2006/main" marL="1280160" indent="-228600" algn="l" defTabSz="914354">
        <a:lnSpc>
          <a:spcPct val="90000"/>
        </a:lnSpc>
        <a:spcBef>
          <a:spcPts val="500"/>
        </a:spcBef>
        <a:buClr>
          <a:schemeClr val="accent4"/>
        </a:buClr>
        <a:buFont typeface="System Font Regular"/>
        <a:buChar char="-"/>
        <a:defRPr sz="1400" b="0" i="0" kern="1200">
          <a:solidFill>
            <a:schemeClr val="tx1"/>
          </a:solidFill>
          <a:latin typeface="Arial Nova"/>
          <a:ea typeface="Arial Nova"/>
          <a:cs typeface="Arial Nova"/>
        </a:defRPr>
      </a:lvl5pPr>
      <a:lvl6pPr xmlns:a="http://schemas.openxmlformats.org/drawingml/2006/main" marL="2514474" indent="-228589" algn="l" defTabSz="914354">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652" indent="-228589" algn="l" defTabSz="914354">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8829" indent="-228589" algn="l" defTabSz="914354">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006" indent="-228589" algn="l" defTabSz="914354">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354">
        <a:buNone/>
        <a:defRPr sz="1800" kern="1200">
          <a:solidFill>
            <a:schemeClr val="tx1"/>
          </a:solidFill>
          <a:latin typeface="+mn-lt"/>
          <a:ea typeface="+mn-lt"/>
          <a:cs typeface="+mn-lt"/>
        </a:defRPr>
      </a:lvl1pPr>
      <a:lvl2pPr xmlns:a="http://schemas.openxmlformats.org/drawingml/2006/main" marL="457178" algn="l" defTabSz="914354">
        <a:buNone/>
        <a:defRPr sz="1800" kern="1200">
          <a:solidFill>
            <a:schemeClr val="tx1"/>
          </a:solidFill>
          <a:latin typeface="+mn-lt"/>
          <a:ea typeface="+mn-lt"/>
          <a:cs typeface="+mn-lt"/>
        </a:defRPr>
      </a:lvl2pPr>
      <a:lvl3pPr xmlns:a="http://schemas.openxmlformats.org/drawingml/2006/main" marL="914354" algn="l" defTabSz="914354">
        <a:buNone/>
        <a:defRPr sz="1800" kern="1200">
          <a:solidFill>
            <a:schemeClr val="tx1"/>
          </a:solidFill>
          <a:latin typeface="+mn-lt"/>
          <a:ea typeface="+mn-lt"/>
          <a:cs typeface="+mn-lt"/>
        </a:defRPr>
      </a:lvl3pPr>
      <a:lvl4pPr xmlns:a="http://schemas.openxmlformats.org/drawingml/2006/main" marL="1371532" algn="l" defTabSz="914354">
        <a:buNone/>
        <a:defRPr sz="1800" kern="1200">
          <a:solidFill>
            <a:schemeClr val="tx1"/>
          </a:solidFill>
          <a:latin typeface="+mn-lt"/>
          <a:ea typeface="+mn-lt"/>
          <a:cs typeface="+mn-lt"/>
        </a:defRPr>
      </a:lvl4pPr>
      <a:lvl5pPr xmlns:a="http://schemas.openxmlformats.org/drawingml/2006/main" marL="1828709" algn="l" defTabSz="914354">
        <a:buNone/>
        <a:defRPr sz="1800" kern="1200">
          <a:solidFill>
            <a:schemeClr val="tx1"/>
          </a:solidFill>
          <a:latin typeface="+mn-lt"/>
          <a:ea typeface="+mn-lt"/>
          <a:cs typeface="+mn-lt"/>
        </a:defRPr>
      </a:lvl5pPr>
      <a:lvl6pPr xmlns:a="http://schemas.openxmlformats.org/drawingml/2006/main" marL="2285886" algn="l" defTabSz="914354">
        <a:buNone/>
        <a:defRPr sz="1800" kern="1200">
          <a:solidFill>
            <a:schemeClr val="tx1"/>
          </a:solidFill>
          <a:latin typeface="+mn-lt"/>
          <a:ea typeface="+mn-lt"/>
          <a:cs typeface="+mn-lt"/>
        </a:defRPr>
      </a:lvl6pPr>
      <a:lvl7pPr xmlns:a="http://schemas.openxmlformats.org/drawingml/2006/main" marL="2743062" algn="l" defTabSz="914354">
        <a:buNone/>
        <a:defRPr sz="1800" kern="1200">
          <a:solidFill>
            <a:schemeClr val="tx1"/>
          </a:solidFill>
          <a:latin typeface="+mn-lt"/>
          <a:ea typeface="+mn-lt"/>
          <a:cs typeface="+mn-lt"/>
        </a:defRPr>
      </a:lvl7pPr>
      <a:lvl8pPr xmlns:a="http://schemas.openxmlformats.org/drawingml/2006/main" marL="3200240" algn="l" defTabSz="914354">
        <a:buNone/>
        <a:defRPr sz="1800" kern="1200">
          <a:solidFill>
            <a:schemeClr val="tx1"/>
          </a:solidFill>
          <a:latin typeface="+mn-lt"/>
          <a:ea typeface="+mn-lt"/>
          <a:cs typeface="+mn-lt"/>
        </a:defRPr>
      </a:lvl8pPr>
      <a:lvl9pPr xmlns:a="http://schemas.openxmlformats.org/drawingml/2006/main" marL="3657418" algn="l" defTabSz="914354">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Stevens Gallery Master">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71" r:id="Red8d7f26cd45491e"/>
  </p:sldLayoutIdLst>
</p:sldMaster>
</file>

<file path=ppt/slideMasters/theme/theme2.xml><?xml version="1.0" encoding="utf-8"?>
<a:theme xmlns:a="http://schemas.openxmlformats.org/drawingml/2006/main"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teven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Office Theme">
  <a:themeElements>
    <a:clrScheme name="Stevens White">
      <a:dk1>
        <a:srgbClr val="363D45"/>
      </a:dk1>
      <a:lt1>
        <a:srgbClr val="FFFFFF"/>
      </a:lt1>
      <a:dk2>
        <a:srgbClr val="004380"/>
      </a:dk2>
      <a:lt2>
        <a:srgbClr val="E4E5E6"/>
      </a:lt2>
      <a:accent1>
        <a:srgbClr val="A32638"/>
      </a:accent1>
      <a:accent2>
        <a:srgbClr val="004380"/>
      </a:accent2>
      <a:accent3>
        <a:srgbClr val="EBC73B"/>
      </a:accent3>
      <a:accent4>
        <a:srgbClr val="E7842E"/>
      </a:accent4>
      <a:accent5>
        <a:srgbClr val="E7F2FB"/>
      </a:accent5>
      <a:accent6>
        <a:srgbClr val="FFFAE6"/>
      </a:accent6>
      <a:hlink>
        <a:srgbClr val="4896CF"/>
      </a:hlink>
      <a:folHlink>
        <a:srgbClr val="E7842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tevens Whit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2.xml" Id="R2e9599bca0924c87" /><Relationship Type="http://schemas.openxmlformats.org/officeDocument/2006/relationships/image" Target="/ppt/media/image4.png" Id="Re8384c55340a42de" /><Relationship Type="http://schemas.openxmlformats.org/officeDocument/2006/relationships/notesSlide" Target="/ppt/notesSlides/notesSlide1.xml" Id="R99a03b5288624d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2.xml" Id="R026ade71b5054208" /><Relationship Type="http://schemas.openxmlformats.org/officeDocument/2006/relationships/image" Target="/ppt/media/image5.png" Id="R37c1f8718a214ea3" /><Relationship Type="http://schemas.openxmlformats.org/officeDocument/2006/relationships/notesSlide" Target="/ppt/notesSlides/notesSlide2.xml" Id="Rb58c760a039749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2.xml" Id="R8304de9c258940a9" /><Relationship Type="http://schemas.openxmlformats.org/officeDocument/2006/relationships/image" Target="/ppt/media/image6.png" Id="R3d1059eb086d4f14" /><Relationship Type="http://schemas.openxmlformats.org/officeDocument/2006/relationships/notesSlide" Target="/ppt/notesSlides/notesSlide3.xml" Id="R8419ea5a57d44d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2.xml" Id="R5a34901b89fe4473" /><Relationship Type="http://schemas.openxmlformats.org/officeDocument/2006/relationships/image" Target="/ppt/media/image7.png" Id="Rf5f2ec33477348cd" /><Relationship Type="http://schemas.openxmlformats.org/officeDocument/2006/relationships/notesSlide" Target="/ppt/notesSlides/notesSlide4.xml" Id="R1b4deda4e842415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gallery-title">
            <a:extLst xmlns:a="http://schemas.openxmlformats.org/drawingml/2006/main">
              <a:ext uri="{FF2B5EF4-FFF2-40B4-BE49-F238E27FC236}">
                <a16:creationId xmlns:a16="http://schemas.microsoft.com/office/drawing/2014/main" id="{B3A0DEAA-76F0-4DA3-93BD-34E5AE8085AF}"/>
              </a:ext>
            </a:extLst>
          </p:cNvPr>
          <p:cNvSpPr>
            <a:spLocks xmlns:a="http://schemas.openxmlformats.org/drawingml/2006/main" noGrp="1"/>
          </p:cNvSpPr>
          <p:nvPr/>
        </p:nvSpPr>
        <p:spPr>
          <a:xfrm xmlns:a="http://schemas.openxmlformats.org/drawingml/2006/main">
            <a:off x="685800" y="742950"/>
            <a:ext cx="8191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5400" b="1">
                <a:solidFill>
                  <a:srgbClr val="363D45"/>
                </a:solidFill>
                <a:latin typeface="Saira Condensed"/>
                <a:ea typeface="Saira Condensed"/>
                <a:cs typeface="Saira Condensed"/>
              </a:defRPr>
            </a:pPr>
            <a:r>
              <a:rPr sz="5400" b="1">
                <a:solidFill>
                  <a:srgbClr val="363D45"/>
                </a:solidFill>
                <a:latin typeface="Saira Condensed"/>
                <a:ea typeface="Saira Condensed"/>
                <a:cs typeface="Saira Condensed"/>
              </a:rPr>
              <a:t>Stevens Presentation</a:t>
            </a:r>
          </a:p>
          <a:p xmlns:a="http://schemas.openxmlformats.org/drawingml/2006/main">
            <a:pPr algn="l">
              <a:lnSpc>
                <a:spcPct val="96000"/>
              </a:lnSpc>
              <a:buNone/>
              <a:defRPr sz="5400" b="1">
                <a:solidFill>
                  <a:srgbClr val="363D45"/>
                </a:solidFill>
                <a:latin typeface="Saira Condensed"/>
                <a:ea typeface="Saira Condensed"/>
                <a:cs typeface="Saira Condensed"/>
              </a:defRPr>
            </a:pPr>
            <a:r>
              <a:rPr sz="5400" b="1">
                <a:solidFill>
                  <a:srgbClr val="363D45"/>
                </a:solidFill>
                <a:latin typeface="Saira Condensed"/>
                <a:ea typeface="Saira Condensed"/>
                <a:cs typeface="Saira Condensed"/>
              </a:rPr>
              <a:t>Themes</a:t>
            </a:r>
          </a:p>
        </p:txBody>
      </p:sp>
      <p:sp>
        <p:nvSpPr>
          <p:cNvPr id="2" name="gallery-subtitle">
            <a:extLst xmlns:a="http://schemas.openxmlformats.org/drawingml/2006/main">
              <a:ext uri="{FF2B5EF4-FFF2-40B4-BE49-F238E27FC236}">
                <a16:creationId xmlns:a16="http://schemas.microsoft.com/office/drawing/2014/main" id="{2891F1D0-0C6C-4BBC-8986-184AF8823504}"/>
              </a:ext>
            </a:extLst>
          </p:cNvPr>
          <p:cNvSpPr>
            <a:spLocks xmlns:a="http://schemas.openxmlformats.org/drawingml/2006/main" noGrp="1"/>
          </p:cNvSpPr>
          <p:nvPr/>
        </p:nvSpPr>
        <p:spPr>
          <a:xfrm xmlns:a="http://schemas.openxmlformats.org/drawingml/2006/main">
            <a:off x="723900" y="2333625"/>
            <a:ext cx="790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00" b="0">
                <a:solidFill>
                  <a:srgbClr val="7F7F7F"/>
                </a:solidFill>
                <a:latin typeface="IBM Plex Sans"/>
                <a:ea typeface="IBM Plex Sans"/>
                <a:cs typeface="IBM Plex Sans"/>
              </a:defRPr>
            </a:pPr>
            <a:r>
              <a:rPr sz="2000" b="0">
                <a:solidFill>
                  <a:srgbClr val="7F7F7F"/>
                </a:solidFill>
                <a:latin typeface="IBM Plex Sans"/>
                <a:ea typeface="IBM Plex Sans"/>
                <a:cs typeface="IBM Plex Sans"/>
              </a:rPr>
              <a:t>White and Dark share identical 16:9 geometry and 17 reusable archetypes.</a:t>
            </a:r>
          </a:p>
        </p:txBody>
      </p:sp>
      <p:sp>
        <p:nvSpPr>
          <p:cNvPr id="3" name="gallery-plane-1">
            <a:extLst xmlns:a="http://schemas.openxmlformats.org/drawingml/2006/main">
              <a:ext uri="{FF2B5EF4-FFF2-40B4-BE49-F238E27FC236}">
                <a16:creationId xmlns:a16="http://schemas.microsoft.com/office/drawing/2014/main" id="{CCD8C7E8-7268-44FD-949B-F55FC8BA786F}"/>
              </a:ext>
            </a:extLst>
          </p:cNvPr>
          <p:cNvSpPr>
            <a:spLocks xmlns:a="http://schemas.openxmlformats.org/drawingml/2006/main" noGrp="1"/>
          </p:cNvSpPr>
          <p:nvPr/>
        </p:nvSpPr>
        <p:spPr>
          <a:xfrm xmlns:a="http://schemas.openxmlformats.org/drawingml/2006/main">
            <a:off x="1866900" y="3333750"/>
            <a:ext cx="3810000" cy="1905000"/>
          </a:xfrm>
          <a:prstGeom xmlns:a="http://schemas.openxmlformats.org/drawingml/2006/main" prst="rect">
            <a:avLst/>
          </a:prstGeom>
          <a:solidFill xmlns:a="http://schemas.openxmlformats.org/drawingml/2006/main">
            <a:srgbClr val="FFFFFF"/>
          </a:solidFill>
          <a:ln xmlns:a="http://schemas.openxmlformats.org/drawingml/2006/main" w="19050">
            <a:solidFill>
              <a:srgbClr val="E4E5E6"/>
            </a:solidFill>
            <a:prstDash val="solid"/>
          </a:ln>
        </p:spPr>
      </p:sp>
      <p:sp>
        <p:nvSpPr>
          <p:cNvPr id="4" name="gallery-label-1">
            <a:extLst xmlns:a="http://schemas.openxmlformats.org/drawingml/2006/main">
              <a:ext uri="{FF2B5EF4-FFF2-40B4-BE49-F238E27FC236}">
                <a16:creationId xmlns:a16="http://schemas.microsoft.com/office/drawing/2014/main" id="{31CB5B88-6D33-4A50-86DE-F239047C0AD4}"/>
              </a:ext>
            </a:extLst>
          </p:cNvPr>
          <p:cNvSpPr>
            <a:spLocks xmlns:a="http://schemas.openxmlformats.org/drawingml/2006/main" noGrp="1"/>
          </p:cNvSpPr>
          <p:nvPr/>
        </p:nvSpPr>
        <p:spPr>
          <a:xfrm xmlns:a="http://schemas.openxmlformats.org/drawingml/2006/main">
            <a:off x="2133600" y="3695700"/>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850" b="1">
                <a:solidFill>
                  <a:srgbClr val="363D45"/>
                </a:solidFill>
                <a:latin typeface="Saira Condensed"/>
                <a:ea typeface="Saira Condensed"/>
                <a:cs typeface="Saira Condensed"/>
              </a:defRPr>
            </a:pPr>
            <a:r>
              <a:rPr sz="2850" b="1">
                <a:solidFill>
                  <a:srgbClr val="363D45"/>
                </a:solidFill>
                <a:latin typeface="Saira Condensed"/>
                <a:ea typeface="Saira Condensed"/>
                <a:cs typeface="Saira Condensed"/>
              </a:rPr>
              <a:t>WHITE</a:t>
            </a:r>
          </a:p>
        </p:txBody>
      </p:sp>
      <p:sp>
        <p:nvSpPr>
          <p:cNvPr id="5" name="gallery-detail-1">
            <a:extLst xmlns:a="http://schemas.openxmlformats.org/drawingml/2006/main">
              <a:ext uri="{FF2B5EF4-FFF2-40B4-BE49-F238E27FC236}">
                <a16:creationId xmlns:a16="http://schemas.microsoft.com/office/drawing/2014/main" id="{176EEA85-DB43-4ACB-A26A-D03DFA3009FA}"/>
              </a:ext>
            </a:extLst>
          </p:cNvPr>
          <p:cNvSpPr>
            <a:spLocks xmlns:a="http://schemas.openxmlformats.org/drawingml/2006/main" noGrp="1"/>
          </p:cNvSpPr>
          <p:nvPr/>
        </p:nvSpPr>
        <p:spPr>
          <a:xfrm xmlns:a="http://schemas.openxmlformats.org/drawingml/2006/main">
            <a:off x="2133600" y="451485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7F7F7F"/>
                </a:solidFill>
                <a:latin typeface="IBM Plex Sans"/>
                <a:ea typeface="IBM Plex Sans"/>
                <a:cs typeface="IBM Plex Sans"/>
              </a:defRPr>
            </a:pPr>
            <a:r>
              <a:rPr sz="1350" b="0">
                <a:solidFill>
                  <a:srgbClr val="7F7F7F"/>
                </a:solidFill>
                <a:latin typeface="IBM Plex Sans"/>
                <a:ea typeface="IBM Plex Sans"/>
                <a:cs typeface="IBM Plex Sans"/>
              </a:rPr>
              <a:t>Default</a:t>
            </a:r>
          </a:p>
        </p:txBody>
      </p:sp>
      <p:sp>
        <p:nvSpPr>
          <p:cNvPr id="6" name="gallery-plane-2">
            <a:extLst xmlns:a="http://schemas.openxmlformats.org/drawingml/2006/main">
              <a:ext uri="{FF2B5EF4-FFF2-40B4-BE49-F238E27FC236}">
                <a16:creationId xmlns:a16="http://schemas.microsoft.com/office/drawing/2014/main" id="{D05872E9-4158-4F73-8E0A-1DA84D177FF7}"/>
              </a:ext>
            </a:extLst>
          </p:cNvPr>
          <p:cNvSpPr>
            <a:spLocks xmlns:a="http://schemas.openxmlformats.org/drawingml/2006/main" noGrp="1"/>
          </p:cNvSpPr>
          <p:nvPr/>
        </p:nvSpPr>
        <p:spPr>
          <a:xfrm xmlns:a="http://schemas.openxmlformats.org/drawingml/2006/main">
            <a:off x="6515100" y="3333750"/>
            <a:ext cx="3810000" cy="1905000"/>
          </a:xfrm>
          <a:prstGeom xmlns:a="http://schemas.openxmlformats.org/drawingml/2006/main" prst="rect">
            <a:avLst/>
          </a:prstGeom>
          <a:solidFill xmlns:a="http://schemas.openxmlformats.org/drawingml/2006/main">
            <a:srgbClr val="363D45"/>
          </a:solidFill>
          <a:ln xmlns:a="http://schemas.openxmlformats.org/drawingml/2006/main" w="0">
            <a:solidFill>
              <a:srgbClr val="363D45"/>
            </a:solidFill>
            <a:prstDash val="solid"/>
          </a:ln>
        </p:spPr>
      </p:sp>
      <p:sp>
        <p:nvSpPr>
          <p:cNvPr id="7" name="gallery-label-2">
            <a:extLst xmlns:a="http://schemas.openxmlformats.org/drawingml/2006/main">
              <a:ext uri="{FF2B5EF4-FFF2-40B4-BE49-F238E27FC236}">
                <a16:creationId xmlns:a16="http://schemas.microsoft.com/office/drawing/2014/main" id="{1FBFA828-32E0-4A4F-AB23-8D75DA5927C8}"/>
              </a:ext>
            </a:extLst>
          </p:cNvPr>
          <p:cNvSpPr>
            <a:spLocks xmlns:a="http://schemas.openxmlformats.org/drawingml/2006/main" noGrp="1"/>
          </p:cNvSpPr>
          <p:nvPr/>
        </p:nvSpPr>
        <p:spPr>
          <a:xfrm xmlns:a="http://schemas.openxmlformats.org/drawingml/2006/main">
            <a:off x="6781800" y="3695700"/>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850" b="1">
                <a:solidFill>
                  <a:srgbClr val="FFFFFF"/>
                </a:solidFill>
                <a:latin typeface="Saira Condensed"/>
                <a:ea typeface="Saira Condensed"/>
                <a:cs typeface="Saira Condensed"/>
              </a:defRPr>
            </a:pPr>
            <a:r>
              <a:rPr sz="2850" b="1">
                <a:solidFill>
                  <a:srgbClr val="FFFFFF"/>
                </a:solidFill>
                <a:latin typeface="Saira Condensed"/>
                <a:ea typeface="Saira Condensed"/>
                <a:cs typeface="Saira Condensed"/>
              </a:rPr>
              <a:t>DARK</a:t>
            </a:r>
          </a:p>
        </p:txBody>
      </p:sp>
      <p:sp>
        <p:nvSpPr>
          <p:cNvPr id="8" name="gallery-detail-2">
            <a:extLst xmlns:a="http://schemas.openxmlformats.org/drawingml/2006/main">
              <a:ext uri="{FF2B5EF4-FFF2-40B4-BE49-F238E27FC236}">
                <a16:creationId xmlns:a16="http://schemas.microsoft.com/office/drawing/2014/main" id="{C52AD53B-8CBC-499D-AC94-2F91BF0201C7}"/>
              </a:ext>
            </a:extLst>
          </p:cNvPr>
          <p:cNvSpPr>
            <a:spLocks xmlns:a="http://schemas.openxmlformats.org/drawingml/2006/main" noGrp="1"/>
          </p:cNvSpPr>
          <p:nvPr/>
        </p:nvSpPr>
        <p:spPr>
          <a:xfrm xmlns:a="http://schemas.openxmlformats.org/drawingml/2006/main">
            <a:off x="6781800" y="451485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E4E5E6"/>
                </a:solidFill>
                <a:latin typeface="IBM Plex Sans"/>
                <a:ea typeface="IBM Plex Sans"/>
                <a:cs typeface="IBM Plex Sans"/>
              </a:defRPr>
            </a:pPr>
            <a:r>
              <a:rPr sz="1350" b="0">
                <a:solidFill>
                  <a:srgbClr val="E4E5E6"/>
                </a:solidFill>
                <a:latin typeface="IBM Plex Sans"/>
                <a:ea typeface="IBM Plex Sans"/>
                <a:cs typeface="IBM Plex Sans"/>
              </a:rPr>
              <a:t>Technical</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8384c55340a42de"/>
          <a:stretch xmlns:a="http://schemas.openxmlformats.org/drawingml/2006/main"/>
        </p:blipFill>
        <p:spPr>
          <a:xfrm xmlns:a="http://schemas.openxmlformats.org/drawingml/2006/main">
            <a:off x="10306162" y="514350"/>
            <a:ext cx="914177" cy="1114425"/>
          </a:xfrm>
          <a:prstGeom xmlns:a="http://schemas.openxmlformats.org/drawingml/2006/main" prst="rect">
            <a:avLst/>
          </a:prstGeom>
        </p:spPr>
      </p:pic>
      <p:sp>
        <p:nvSpPr>
          <p:cNvPr id="10" name="footer-wordmark-1">
            <a:extLst xmlns:a="http://schemas.openxmlformats.org/drawingml/2006/main">
              <a:ext uri="{FF2B5EF4-FFF2-40B4-BE49-F238E27FC236}">
                <a16:creationId xmlns:a16="http://schemas.microsoft.com/office/drawing/2014/main" id="{8ADBE60D-2446-4C98-8F2C-8D0F413D5149}"/>
              </a:ext>
            </a:extLst>
          </p:cNvPr>
          <p:cNvSpPr>
            <a:spLocks xmlns:a="http://schemas.openxmlformats.org/drawingml/2006/main" noGrp="1"/>
          </p:cNvSpPr>
          <p:nvPr/>
        </p:nvSpPr>
        <p:spPr>
          <a:xfrm xmlns:a="http://schemas.openxmlformats.org/drawingml/2006/main">
            <a:off x="342900" y="63246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975" b="1">
                <a:solidFill>
                  <a:srgbClr val="363D45"/>
                </a:solidFill>
                <a:latin typeface="IBM Plex Sans"/>
                <a:ea typeface="IBM Plex Sans"/>
                <a:cs typeface="IBM Plex Sans"/>
              </a:defRPr>
            </a:pPr>
            <a:r>
              <a:rPr sz="975" b="1">
                <a:solidFill>
                  <a:srgbClr val="363D45"/>
                </a:solidFill>
                <a:latin typeface="IBM Plex Sans"/>
                <a:ea typeface="IBM Plex Sans"/>
                <a:cs typeface="IBM Plex Sans"/>
              </a:rPr>
              <a:t>STEVENS INSTITUTE OF TECHNOLOGY</a:t>
            </a:r>
          </a:p>
        </p:txBody>
      </p:sp>
      <p:sp>
        <p:nvSpPr>
          <p:cNvPr id="11" name="footer-rule-1">
            <a:extLst xmlns:a="http://schemas.openxmlformats.org/drawingml/2006/main">
              <a:ext uri="{FF2B5EF4-FFF2-40B4-BE49-F238E27FC236}">
                <a16:creationId xmlns:a16="http://schemas.microsoft.com/office/drawing/2014/main" id="{D3D649D0-6937-4286-A184-629FEF80A3AB}"/>
              </a:ext>
            </a:extLst>
          </p:cNvPr>
          <p:cNvSpPr>
            <a:spLocks xmlns:a="http://schemas.openxmlformats.org/drawingml/2006/main" noGrp="1"/>
          </p:cNvSpPr>
          <p:nvPr/>
        </p:nvSpPr>
        <p:spPr>
          <a:xfrm xmlns:a="http://schemas.openxmlformats.org/drawingml/2006/main">
            <a:off x="3105150" y="6477000"/>
            <a:ext cx="8286750" cy="0"/>
          </a:xfrm>
          <a:prstGeom xmlns:a="http://schemas.openxmlformats.org/drawingml/2006/main" prst="line">
            <a:avLst/>
          </a:prstGeom>
          <a:noFill xmlns:a="http://schemas.openxmlformats.org/drawingml/2006/main"/>
          <a:ln xmlns:a="http://schemas.openxmlformats.org/drawingml/2006/main" w="9525">
            <a:solidFill>
              <a:srgbClr val="7F7F7F"/>
            </a:solidFill>
            <a:prstDash val="solid"/>
          </a:ln>
        </p:spPr>
      </p:sp>
      <p:sp>
        <p:nvSpPr>
          <p:cNvPr id="12" name="page-number-1">
            <a:extLst xmlns:a="http://schemas.openxmlformats.org/drawingml/2006/main">
              <a:ext uri="{FF2B5EF4-FFF2-40B4-BE49-F238E27FC236}">
                <a16:creationId xmlns:a16="http://schemas.microsoft.com/office/drawing/2014/main" id="{26921BBD-7028-422F-91A7-D9B6F4BDCDC5}"/>
              </a:ext>
            </a:extLst>
          </p:cNvPr>
          <p:cNvSpPr>
            <a:spLocks xmlns:a="http://schemas.openxmlformats.org/drawingml/2006/main" noGrp="1"/>
          </p:cNvSpPr>
          <p:nvPr/>
        </p:nvSpPr>
        <p:spPr>
          <a:xfrm xmlns:a="http://schemas.openxmlformats.org/drawingml/2006/main">
            <a:off x="11477625" y="63246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200" b="0">
                <a:solidFill>
                  <a:srgbClr val="363D45"/>
                </a:solidFill>
                <a:latin typeface="IBM Plex Sans"/>
                <a:ea typeface="IBM Plex Sans"/>
                <a:cs typeface="IBM Plex Sans"/>
              </a:defRPr>
            </a:pPr>
            <a:r>
              <a:rPr sz="1200" b="0">
                <a:solidFill>
                  <a:srgbClr val="363D45"/>
                </a:solidFill>
                <a:latin typeface="IBM Plex Sans"/>
                <a:ea typeface="IBM Plex Sans"/>
                <a:cs typeface="IBM Plex Sans"/>
              </a:rPr>
              <a:t>1</a:t>
            </a:r>
          </a:p>
        </p:txBody>
      </p:sp>
    </p:spTree>
    <p:extLst>
      <p:ext uri="{BB962C8B-B14F-4D97-AF65-F5344CB8AC3E}">
        <p14:creationId xmlns:p14="http://schemas.microsoft.com/office/powerpoint/2010/main" val="7198037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rand-plane">
            <a:extLst xmlns:a="http://schemas.openxmlformats.org/drawingml/2006/main">
              <a:ext uri="{FF2B5EF4-FFF2-40B4-BE49-F238E27FC236}">
                <a16:creationId xmlns:a16="http://schemas.microsoft.com/office/drawing/2014/main" id="{4FC2DD28-9EDB-469D-99C5-259C695F0E9E}"/>
              </a:ext>
            </a:extLst>
          </p:cNvPr>
          <p:cNvSpPr>
            <a:spLocks xmlns:a="http://schemas.openxmlformats.org/drawingml/2006/main" noGrp="1"/>
          </p:cNvSpPr>
          <p:nvPr/>
        </p:nvSpPr>
        <p:spPr>
          <a:xfrm xmlns:a="http://schemas.openxmlformats.org/drawingml/2006/main" rot="0">
            <a:off x="9048750" y="-571500"/>
            <a:ext cx="3714750" cy="8001000"/>
          </a:xfrm>
          <a:prstGeom xmlns:a="http://schemas.openxmlformats.org/drawingml/2006/main" prst="parallelogram">
            <a:avLst/>
          </a:prstGeom>
          <a:solidFill xmlns:a="http://schemas.openxmlformats.org/drawingml/2006/main">
            <a:srgbClr val="A32638"/>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7c1f8718a214ea3"/>
          <a:stretch xmlns:a="http://schemas.openxmlformats.org/drawingml/2006/main"/>
        </p:blipFill>
        <p:spPr>
          <a:xfrm xmlns:a="http://schemas.openxmlformats.org/drawingml/2006/main">
            <a:off x="7810500" y="478790"/>
            <a:ext cx="933450" cy="1137920"/>
          </a:xfrm>
          <a:prstGeom xmlns:a="http://schemas.openxmlformats.org/drawingml/2006/main" prst="rect">
            <a:avLst/>
          </a:prstGeom>
        </p:spPr>
      </p:pic>
      <p:sp>
        <p:nvSpPr>
          <p:cNvPr id="3" name="gallery-White-eyebrow">
            <a:extLst xmlns:a="http://schemas.openxmlformats.org/drawingml/2006/main">
              <a:ext uri="{FF2B5EF4-FFF2-40B4-BE49-F238E27FC236}">
                <a16:creationId xmlns:a16="http://schemas.microsoft.com/office/drawing/2014/main" id="{F567D586-FC89-42E9-9F39-4BE687733E73}"/>
              </a:ext>
            </a:extLst>
          </p:cNvPr>
          <p:cNvSpPr>
            <a:spLocks xmlns:a="http://schemas.openxmlformats.org/drawingml/2006/main" noGrp="1"/>
          </p:cNvSpPr>
          <p:nvPr/>
        </p:nvSpPr>
        <p:spPr>
          <a:xfrm xmlns:a="http://schemas.openxmlformats.org/drawingml/2006/main">
            <a:off x="723900" y="8191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1">
                <a:solidFill>
                  <a:srgbClr val="A32638"/>
                </a:solidFill>
                <a:latin typeface="IBM Plex Sans"/>
                <a:ea typeface="IBM Plex Sans"/>
                <a:cs typeface="IBM Plex Sans"/>
              </a:defRPr>
            </a:pPr>
            <a:r>
              <a:rPr sz="1200" b="1">
                <a:solidFill>
                  <a:srgbClr val="A32638"/>
                </a:solidFill>
                <a:latin typeface="IBM Plex Sans"/>
                <a:ea typeface="IBM Plex Sans"/>
                <a:cs typeface="IBM Plex Sans"/>
              </a:rPr>
              <a:t>WHITE THEME</a:t>
            </a:r>
          </a:p>
        </p:txBody>
      </p:sp>
      <p:sp>
        <p:nvSpPr>
          <p:cNvPr id="4" name="gallery-White-title">
            <a:extLst xmlns:a="http://schemas.openxmlformats.org/drawingml/2006/main">
              <a:ext uri="{FF2B5EF4-FFF2-40B4-BE49-F238E27FC236}">
                <a16:creationId xmlns:a16="http://schemas.microsoft.com/office/drawing/2014/main" id="{EF0302E0-E47C-40F6-A26B-2E8F5B2A52CC}"/>
              </a:ext>
            </a:extLst>
          </p:cNvPr>
          <p:cNvSpPr>
            <a:spLocks xmlns:a="http://schemas.openxmlformats.org/drawingml/2006/main" noGrp="1"/>
          </p:cNvSpPr>
          <p:nvPr/>
        </p:nvSpPr>
        <p:spPr>
          <a:xfrm xmlns:a="http://schemas.openxmlformats.org/drawingml/2006/main">
            <a:off x="685800" y="1381125"/>
            <a:ext cx="7429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5400" b="1">
                <a:solidFill>
                  <a:srgbClr val="363D45"/>
                </a:solidFill>
                <a:latin typeface="Saira Condensed"/>
                <a:ea typeface="Saira Condensed"/>
                <a:cs typeface="Saira Condensed"/>
              </a:defRPr>
            </a:pPr>
            <a:r>
              <a:rPr sz="5400" b="1">
                <a:solidFill>
                  <a:srgbClr val="363D45"/>
                </a:solidFill>
                <a:latin typeface="Saira Condensed"/>
                <a:ea typeface="Saira Condensed"/>
                <a:cs typeface="Saira Condensed"/>
              </a:rPr>
              <a:t>One geometry,</a:t>
            </a:r>
          </a:p>
          <a:p xmlns:a="http://schemas.openxmlformats.org/drawingml/2006/main">
            <a:pPr algn="l">
              <a:lnSpc>
                <a:spcPct val="96000"/>
              </a:lnSpc>
              <a:buNone/>
              <a:defRPr sz="5400" b="1">
                <a:solidFill>
                  <a:srgbClr val="363D45"/>
                </a:solidFill>
                <a:latin typeface="Saira Condensed"/>
                <a:ea typeface="Saira Condensed"/>
                <a:cs typeface="Saira Condensed"/>
              </a:defRPr>
            </a:pPr>
            <a:r>
              <a:rPr sz="5400" b="1">
                <a:solidFill>
                  <a:srgbClr val="363D45"/>
                </a:solidFill>
                <a:latin typeface="Saira Condensed"/>
                <a:ea typeface="Saira Condensed"/>
                <a:cs typeface="Saira Condensed"/>
              </a:rPr>
              <a:t>one semantic map</a:t>
            </a:r>
          </a:p>
        </p:txBody>
      </p:sp>
      <p:sp>
        <p:nvSpPr>
          <p:cNvPr id="5" name="gallery-White-body">
            <a:extLst xmlns:a="http://schemas.openxmlformats.org/drawingml/2006/main">
              <a:ext uri="{FF2B5EF4-FFF2-40B4-BE49-F238E27FC236}">
                <a16:creationId xmlns:a16="http://schemas.microsoft.com/office/drawing/2014/main" id="{8B6B56A5-902B-43E4-8CA8-1056445C5494}"/>
              </a:ext>
            </a:extLst>
          </p:cNvPr>
          <p:cNvSpPr>
            <a:spLocks xmlns:a="http://schemas.openxmlformats.org/drawingml/2006/main" noGrp="1"/>
          </p:cNvSpPr>
          <p:nvPr/>
        </p:nvSpPr>
        <p:spPr>
          <a:xfrm xmlns:a="http://schemas.openxmlformats.org/drawingml/2006/main">
            <a:off x="723900" y="3095625"/>
            <a:ext cx="6572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000" b="0">
                <a:solidFill>
                  <a:srgbClr val="7F7F7F"/>
                </a:solidFill>
                <a:latin typeface="IBM Plex Sans"/>
                <a:ea typeface="IBM Plex Sans"/>
                <a:cs typeface="IBM Plex Sans"/>
              </a:defRPr>
            </a:pPr>
            <a:r>
              <a:rPr sz="2000" b="0">
                <a:solidFill>
                  <a:srgbClr val="7F7F7F"/>
                </a:solidFill>
                <a:latin typeface="IBM Plex Sans"/>
                <a:ea typeface="IBM Plex Sans"/>
                <a:cs typeface="IBM Plex Sans"/>
              </a:rPr>
              <a:t>Default for general presentations and research updates.</a:t>
            </a:r>
          </a:p>
        </p:txBody>
      </p:sp>
      <p:sp>
        <p:nvSpPr>
          <p:cNvPr id="6" name="gallery-White-swatch-1">
            <a:extLst xmlns:a="http://schemas.openxmlformats.org/drawingml/2006/main">
              <a:ext uri="{FF2B5EF4-FFF2-40B4-BE49-F238E27FC236}">
                <a16:creationId xmlns:a16="http://schemas.microsoft.com/office/drawing/2014/main" id="{DAF95900-3770-4416-94A5-B7971BB938B0}"/>
              </a:ext>
            </a:extLst>
          </p:cNvPr>
          <p:cNvSpPr>
            <a:spLocks xmlns:a="http://schemas.openxmlformats.org/drawingml/2006/main" noGrp="1"/>
          </p:cNvSpPr>
          <p:nvPr/>
        </p:nvSpPr>
        <p:spPr>
          <a:xfrm xmlns:a="http://schemas.openxmlformats.org/drawingml/2006/main">
            <a:off x="723900" y="4305300"/>
            <a:ext cx="1123950" cy="685800"/>
          </a:xfrm>
          <a:prstGeom xmlns:a="http://schemas.openxmlformats.org/drawingml/2006/main" prst="rect">
            <a:avLst/>
          </a:prstGeom>
          <a:solidFill xmlns:a="http://schemas.openxmlformats.org/drawingml/2006/main">
            <a:srgbClr val="A32638"/>
          </a:solidFill>
          <a:ln xmlns:a="http://schemas.openxmlformats.org/drawingml/2006/main" w="0">
            <a:noFill/>
            <a:prstDash val="solid"/>
          </a:ln>
        </p:spPr>
      </p:sp>
      <p:sp>
        <p:nvSpPr>
          <p:cNvPr id="7" name="gallery-White-swatch-2">
            <a:extLst xmlns:a="http://schemas.openxmlformats.org/drawingml/2006/main">
              <a:ext uri="{FF2B5EF4-FFF2-40B4-BE49-F238E27FC236}">
                <a16:creationId xmlns:a16="http://schemas.microsoft.com/office/drawing/2014/main" id="{2F8D98C4-6F38-4A5A-81A4-9C705DA29537}"/>
              </a:ext>
            </a:extLst>
          </p:cNvPr>
          <p:cNvSpPr>
            <a:spLocks xmlns:a="http://schemas.openxmlformats.org/drawingml/2006/main" noGrp="1"/>
          </p:cNvSpPr>
          <p:nvPr/>
        </p:nvSpPr>
        <p:spPr>
          <a:xfrm xmlns:a="http://schemas.openxmlformats.org/drawingml/2006/main">
            <a:off x="2133600" y="4305300"/>
            <a:ext cx="1123950" cy="685800"/>
          </a:xfrm>
          <a:prstGeom xmlns:a="http://schemas.openxmlformats.org/drawingml/2006/main" prst="rect">
            <a:avLst/>
          </a:prstGeom>
          <a:solidFill xmlns:a="http://schemas.openxmlformats.org/drawingml/2006/main">
            <a:srgbClr val="004380"/>
          </a:solidFill>
          <a:ln xmlns:a="http://schemas.openxmlformats.org/drawingml/2006/main" w="0">
            <a:noFill/>
            <a:prstDash val="solid"/>
          </a:ln>
        </p:spPr>
      </p:sp>
      <p:sp>
        <p:nvSpPr>
          <p:cNvPr id="8" name="gallery-White-swatch-3">
            <a:extLst xmlns:a="http://schemas.openxmlformats.org/drawingml/2006/main">
              <a:ext uri="{FF2B5EF4-FFF2-40B4-BE49-F238E27FC236}">
                <a16:creationId xmlns:a16="http://schemas.microsoft.com/office/drawing/2014/main" id="{42C0F626-8C8B-42CC-8E43-BC9C0C0529D1}"/>
              </a:ext>
            </a:extLst>
          </p:cNvPr>
          <p:cNvSpPr>
            <a:spLocks xmlns:a="http://schemas.openxmlformats.org/drawingml/2006/main" noGrp="1"/>
          </p:cNvSpPr>
          <p:nvPr/>
        </p:nvSpPr>
        <p:spPr>
          <a:xfrm xmlns:a="http://schemas.openxmlformats.org/drawingml/2006/main">
            <a:off x="3543300" y="4305300"/>
            <a:ext cx="1123950" cy="685800"/>
          </a:xfrm>
          <a:prstGeom xmlns:a="http://schemas.openxmlformats.org/drawingml/2006/main" prst="rect">
            <a:avLst/>
          </a:prstGeom>
          <a:solidFill xmlns:a="http://schemas.openxmlformats.org/drawingml/2006/main">
            <a:srgbClr val="EBC73B"/>
          </a:solidFill>
          <a:ln xmlns:a="http://schemas.openxmlformats.org/drawingml/2006/main" w="0">
            <a:noFill/>
            <a:prstDash val="solid"/>
          </a:ln>
        </p:spPr>
      </p:sp>
      <p:sp>
        <p:nvSpPr>
          <p:cNvPr id="9" name="gallery-White-rule">
            <a:extLst xmlns:a="http://schemas.openxmlformats.org/drawingml/2006/main">
              <a:ext uri="{FF2B5EF4-FFF2-40B4-BE49-F238E27FC236}">
                <a16:creationId xmlns:a16="http://schemas.microsoft.com/office/drawing/2014/main" id="{E7738DA6-32C1-4FA3-BC2A-2714EDF20DC8}"/>
              </a:ext>
            </a:extLst>
          </p:cNvPr>
          <p:cNvSpPr>
            <a:spLocks xmlns:a="http://schemas.openxmlformats.org/drawingml/2006/main" noGrp="1"/>
          </p:cNvSpPr>
          <p:nvPr/>
        </p:nvSpPr>
        <p:spPr>
          <a:xfrm xmlns:a="http://schemas.openxmlformats.org/drawingml/2006/main">
            <a:off x="723900" y="5314950"/>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800" b="0">
                <a:solidFill>
                  <a:srgbClr val="363D45"/>
                </a:solidFill>
                <a:latin typeface="IBM Plex Sans"/>
                <a:ea typeface="IBM Plex Sans"/>
                <a:cs typeface="IBM Plex Sans"/>
              </a:defRPr>
            </a:pPr>
            <a:r>
              <a:rPr sz="1800" b="0">
                <a:solidFill>
                  <a:srgbClr val="363D45"/>
                </a:solidFill>
                <a:latin typeface="IBM Plex Sans"/>
                <a:ea typeface="IBM Plex Sans"/>
                <a:cs typeface="IBM Plex Sans"/>
              </a:rPr>
              <a:t>Saira Condensed 54 pt</a:t>
            </a:r>
          </a:p>
          <a:p xmlns:a="http://schemas.openxmlformats.org/drawingml/2006/main">
            <a:pPr algn="l">
              <a:lnSpc>
                <a:spcPct val="125000"/>
              </a:lnSpc>
              <a:buNone/>
              <a:defRPr sz="1800" b="0">
                <a:solidFill>
                  <a:srgbClr val="363D45"/>
                </a:solidFill>
                <a:latin typeface="IBM Plex Sans"/>
                <a:ea typeface="IBM Plex Sans"/>
                <a:cs typeface="IBM Plex Sans"/>
              </a:defRPr>
            </a:pPr>
            <a:r>
              <a:rPr sz="1800" b="0">
                <a:solidFill>
                  <a:srgbClr val="363D45"/>
                </a:solidFill>
                <a:latin typeface="IBM Plex Sans"/>
                <a:ea typeface="IBM Plex Sans"/>
                <a:cs typeface="IBM Plex Sans"/>
              </a:rPr>
              <a:t>IBM Plex Sans 18 pt</a:t>
            </a:r>
          </a:p>
        </p:txBody>
      </p:sp>
      <p:sp>
        <p:nvSpPr>
          <p:cNvPr id="10" name="footer-wordmark-2">
            <a:extLst xmlns:a="http://schemas.openxmlformats.org/drawingml/2006/main">
              <a:ext uri="{FF2B5EF4-FFF2-40B4-BE49-F238E27FC236}">
                <a16:creationId xmlns:a16="http://schemas.microsoft.com/office/drawing/2014/main" id="{E4CDD1DA-28CB-4AF1-A475-63E9924B62D2}"/>
              </a:ext>
            </a:extLst>
          </p:cNvPr>
          <p:cNvSpPr>
            <a:spLocks xmlns:a="http://schemas.openxmlformats.org/drawingml/2006/main" noGrp="1"/>
          </p:cNvSpPr>
          <p:nvPr/>
        </p:nvSpPr>
        <p:spPr>
          <a:xfrm xmlns:a="http://schemas.openxmlformats.org/drawingml/2006/main">
            <a:off x="342900" y="63246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975" b="1">
                <a:solidFill>
                  <a:srgbClr val="363D45"/>
                </a:solidFill>
                <a:latin typeface="IBM Plex Sans"/>
                <a:ea typeface="IBM Plex Sans"/>
                <a:cs typeface="IBM Plex Sans"/>
              </a:defRPr>
            </a:pPr>
            <a:r>
              <a:rPr sz="975" b="1">
                <a:solidFill>
                  <a:srgbClr val="363D45"/>
                </a:solidFill>
                <a:latin typeface="IBM Plex Sans"/>
                <a:ea typeface="IBM Plex Sans"/>
                <a:cs typeface="IBM Plex Sans"/>
              </a:rPr>
              <a:t>STEVENS INSTITUTE OF TECHNOLOGY</a:t>
            </a:r>
          </a:p>
        </p:txBody>
      </p:sp>
      <p:sp>
        <p:nvSpPr>
          <p:cNvPr id="11" name="footer-rule-2">
            <a:extLst xmlns:a="http://schemas.openxmlformats.org/drawingml/2006/main">
              <a:ext uri="{FF2B5EF4-FFF2-40B4-BE49-F238E27FC236}">
                <a16:creationId xmlns:a16="http://schemas.microsoft.com/office/drawing/2014/main" id="{5CBBBFDB-9998-461A-A425-14BBAA0FCAEF}"/>
              </a:ext>
            </a:extLst>
          </p:cNvPr>
          <p:cNvSpPr>
            <a:spLocks xmlns:a="http://schemas.openxmlformats.org/drawingml/2006/main" noGrp="1"/>
          </p:cNvSpPr>
          <p:nvPr/>
        </p:nvSpPr>
        <p:spPr>
          <a:xfrm xmlns:a="http://schemas.openxmlformats.org/drawingml/2006/main">
            <a:off x="3105150" y="6477000"/>
            <a:ext cx="8286750" cy="0"/>
          </a:xfrm>
          <a:prstGeom xmlns:a="http://schemas.openxmlformats.org/drawingml/2006/main" prst="line">
            <a:avLst/>
          </a:prstGeom>
          <a:noFill xmlns:a="http://schemas.openxmlformats.org/drawingml/2006/main"/>
          <a:ln xmlns:a="http://schemas.openxmlformats.org/drawingml/2006/main" w="9525">
            <a:solidFill>
              <a:srgbClr val="7F7F7F"/>
            </a:solidFill>
            <a:prstDash val="solid"/>
          </a:ln>
        </p:spPr>
      </p:sp>
      <p:sp>
        <p:nvSpPr>
          <p:cNvPr id="12" name="page-number-2">
            <a:extLst xmlns:a="http://schemas.openxmlformats.org/drawingml/2006/main">
              <a:ext uri="{FF2B5EF4-FFF2-40B4-BE49-F238E27FC236}">
                <a16:creationId xmlns:a16="http://schemas.microsoft.com/office/drawing/2014/main" id="{7FE297B5-E8AF-4D24-85AC-433CEDBB6005}"/>
              </a:ext>
            </a:extLst>
          </p:cNvPr>
          <p:cNvSpPr>
            <a:spLocks xmlns:a="http://schemas.openxmlformats.org/drawingml/2006/main" noGrp="1"/>
          </p:cNvSpPr>
          <p:nvPr/>
        </p:nvSpPr>
        <p:spPr>
          <a:xfrm xmlns:a="http://schemas.openxmlformats.org/drawingml/2006/main">
            <a:off x="11477625" y="63246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200" b="0">
                <a:solidFill>
                  <a:srgbClr val="363D45"/>
                </a:solidFill>
                <a:latin typeface="IBM Plex Sans"/>
                <a:ea typeface="IBM Plex Sans"/>
                <a:cs typeface="IBM Plex Sans"/>
              </a:defRPr>
            </a:pPr>
            <a:r>
              <a:rPr sz="1200" b="0">
                <a:solidFill>
                  <a:srgbClr val="363D45"/>
                </a:solidFill>
                <a:latin typeface="IBM Plex Sans"/>
                <a:ea typeface="IBM Plex Sans"/>
                <a:cs typeface="IBM Plex Sans"/>
              </a:rPr>
              <a:t>2</a:t>
            </a:r>
          </a:p>
        </p:txBody>
      </p:sp>
    </p:spTree>
    <p:extLst>
      <p:ext uri="{BB962C8B-B14F-4D97-AF65-F5344CB8AC3E}">
        <p14:creationId xmlns:p14="http://schemas.microsoft.com/office/powerpoint/2010/main" val="1887798609"/>
      </p:ext>
    </p:extLst>
  </p:cSld>
</p:sld>
</file>

<file path=ppt/slides/slide3.xml><?xml version="1.0" encoding="utf-8"?>
<p:sld xmlns:p="http://schemas.openxmlformats.org/presentationml/2006/main">
  <p:cSld>
    <p:bg>
      <p:bgPr>
        <a:solidFill xmlns:a="http://schemas.openxmlformats.org/drawingml/2006/main">
          <a:srgbClr val="363D45"/>
        </a:solidFill>
      </p:bgPr>
    </p:bg>
    <p:spTree>
      <p:nvGrpSpPr>
        <p:cNvPr id="1" name=""/>
        <p:cNvGrpSpPr/>
        <p:nvPr/>
      </p:nvGrpSpPr>
      <p:grpSpPr>
        <a:xfrm xmlns:a="http://schemas.openxmlformats.org/drawingml/2006/main"/>
      </p:grpSpPr>
      <p:sp>
        <p:nvSpPr>
          <p:cNvPr id="13" name="brand-plane">
            <a:extLst xmlns:a="http://schemas.openxmlformats.org/drawingml/2006/main">
              <a:ext uri="{FF2B5EF4-FFF2-40B4-BE49-F238E27FC236}">
                <a16:creationId xmlns:a16="http://schemas.microsoft.com/office/drawing/2014/main" id="{38F988D9-1831-4771-8082-91E070270B4A}"/>
              </a:ext>
            </a:extLst>
          </p:cNvPr>
          <p:cNvSpPr>
            <a:spLocks xmlns:a="http://schemas.openxmlformats.org/drawingml/2006/main" noGrp="1"/>
          </p:cNvSpPr>
          <p:nvPr/>
        </p:nvSpPr>
        <p:spPr>
          <a:xfrm xmlns:a="http://schemas.openxmlformats.org/drawingml/2006/main" rot="0">
            <a:off x="9048750" y="-571500"/>
            <a:ext cx="3714750" cy="8001000"/>
          </a:xfrm>
          <a:prstGeom xmlns:a="http://schemas.openxmlformats.org/drawingml/2006/main" prst="parallelogram">
            <a:avLst/>
          </a:prstGeom>
          <a:solidFill xmlns:a="http://schemas.openxmlformats.org/drawingml/2006/main">
            <a:srgbClr val="A32638"/>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d1059eb086d4f14"/>
          <a:stretch xmlns:a="http://schemas.openxmlformats.org/drawingml/2006/main"/>
        </p:blipFill>
        <p:spPr>
          <a:xfrm xmlns:a="http://schemas.openxmlformats.org/drawingml/2006/main">
            <a:off x="10287000" y="478790"/>
            <a:ext cx="933450" cy="1137920"/>
          </a:xfrm>
          <a:prstGeom xmlns:a="http://schemas.openxmlformats.org/drawingml/2006/main" prst="rect">
            <a:avLst/>
          </a:prstGeom>
        </p:spPr>
      </p:pic>
      <p:sp>
        <p:nvSpPr>
          <p:cNvPr id="3" name="gallery-Dark-eyebrow">
            <a:extLst xmlns:a="http://schemas.openxmlformats.org/drawingml/2006/main">
              <a:ext uri="{FF2B5EF4-FFF2-40B4-BE49-F238E27FC236}">
                <a16:creationId xmlns:a16="http://schemas.microsoft.com/office/drawing/2014/main" id="{F670DA43-B18C-4EBE-A2A8-46ECED5EF4F1}"/>
              </a:ext>
            </a:extLst>
          </p:cNvPr>
          <p:cNvSpPr>
            <a:spLocks xmlns:a="http://schemas.openxmlformats.org/drawingml/2006/main" noGrp="1"/>
          </p:cNvSpPr>
          <p:nvPr/>
        </p:nvSpPr>
        <p:spPr>
          <a:xfrm xmlns:a="http://schemas.openxmlformats.org/drawingml/2006/main">
            <a:off x="723900" y="8191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00" b="1">
                <a:solidFill>
                  <a:srgbClr val="EBC73B"/>
                </a:solidFill>
                <a:latin typeface="IBM Plex Sans"/>
                <a:ea typeface="IBM Plex Sans"/>
                <a:cs typeface="IBM Plex Sans"/>
              </a:defRPr>
            </a:pPr>
            <a:r>
              <a:rPr sz="1200" b="1">
                <a:solidFill>
                  <a:srgbClr val="EBC73B"/>
                </a:solidFill>
                <a:latin typeface="IBM Plex Sans"/>
                <a:ea typeface="IBM Plex Sans"/>
                <a:cs typeface="IBM Plex Sans"/>
              </a:rPr>
              <a:t>DARK THEME</a:t>
            </a:r>
          </a:p>
        </p:txBody>
      </p:sp>
      <p:sp>
        <p:nvSpPr>
          <p:cNvPr id="4" name="gallery-Dark-title">
            <a:extLst xmlns:a="http://schemas.openxmlformats.org/drawingml/2006/main">
              <a:ext uri="{FF2B5EF4-FFF2-40B4-BE49-F238E27FC236}">
                <a16:creationId xmlns:a16="http://schemas.microsoft.com/office/drawing/2014/main" id="{A4DE965F-9274-46E9-91E7-F2C340583A91}"/>
              </a:ext>
            </a:extLst>
          </p:cNvPr>
          <p:cNvSpPr>
            <a:spLocks xmlns:a="http://schemas.openxmlformats.org/drawingml/2006/main" noGrp="1"/>
          </p:cNvSpPr>
          <p:nvPr/>
        </p:nvSpPr>
        <p:spPr>
          <a:xfrm xmlns:a="http://schemas.openxmlformats.org/drawingml/2006/main">
            <a:off x="685800" y="1381125"/>
            <a:ext cx="7429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5400" b="1">
                <a:solidFill>
                  <a:srgbClr val="FFFFFF"/>
                </a:solidFill>
                <a:latin typeface="Saira Condensed"/>
                <a:ea typeface="Saira Condensed"/>
                <a:cs typeface="Saira Condensed"/>
              </a:defRPr>
            </a:pPr>
            <a:r>
              <a:rPr sz="5400" b="1">
                <a:solidFill>
                  <a:srgbClr val="FFFFFF"/>
                </a:solidFill>
                <a:latin typeface="Saira Condensed"/>
                <a:ea typeface="Saira Condensed"/>
                <a:cs typeface="Saira Condensed"/>
              </a:rPr>
              <a:t>One geometry,</a:t>
            </a:r>
          </a:p>
          <a:p xmlns:a="http://schemas.openxmlformats.org/drawingml/2006/main">
            <a:pPr algn="l">
              <a:lnSpc>
                <a:spcPct val="96000"/>
              </a:lnSpc>
              <a:buNone/>
              <a:defRPr sz="5400" b="1">
                <a:solidFill>
                  <a:srgbClr val="FFFFFF"/>
                </a:solidFill>
                <a:latin typeface="Saira Condensed"/>
                <a:ea typeface="Saira Condensed"/>
                <a:cs typeface="Saira Condensed"/>
              </a:defRPr>
            </a:pPr>
            <a:r>
              <a:rPr sz="5400" b="1">
                <a:solidFill>
                  <a:srgbClr val="FFFFFF"/>
                </a:solidFill>
                <a:latin typeface="Saira Condensed"/>
                <a:ea typeface="Saira Condensed"/>
                <a:cs typeface="Saira Condensed"/>
              </a:rPr>
              <a:t>one semantic map</a:t>
            </a:r>
          </a:p>
        </p:txBody>
      </p:sp>
      <p:sp>
        <p:nvSpPr>
          <p:cNvPr id="5" name="gallery-Dark-body">
            <a:extLst xmlns:a="http://schemas.openxmlformats.org/drawingml/2006/main">
              <a:ext uri="{FF2B5EF4-FFF2-40B4-BE49-F238E27FC236}">
                <a16:creationId xmlns:a16="http://schemas.microsoft.com/office/drawing/2014/main" id="{7E8603BA-421F-4F51-AEE1-2E113707C292}"/>
              </a:ext>
            </a:extLst>
          </p:cNvPr>
          <p:cNvSpPr>
            <a:spLocks xmlns:a="http://schemas.openxmlformats.org/drawingml/2006/main" noGrp="1"/>
          </p:cNvSpPr>
          <p:nvPr/>
        </p:nvSpPr>
        <p:spPr>
          <a:xfrm xmlns:a="http://schemas.openxmlformats.org/drawingml/2006/main">
            <a:off x="723900" y="3095625"/>
            <a:ext cx="6572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000" b="0">
                <a:solidFill>
                  <a:srgbClr val="E4E5E6"/>
                </a:solidFill>
                <a:latin typeface="IBM Plex Sans"/>
                <a:ea typeface="IBM Plex Sans"/>
                <a:cs typeface="IBM Plex Sans"/>
              </a:defRPr>
            </a:pPr>
            <a:r>
              <a:rPr sz="2000" b="0">
                <a:solidFill>
                  <a:srgbClr val="E4E5E6"/>
                </a:solidFill>
                <a:latin typeface="IBM Plex Sans"/>
                <a:ea typeface="IBM Plex Sans"/>
                <a:cs typeface="IBM Plex Sans"/>
              </a:rPr>
              <a:t>Best for technical systems talks and high-contrast rooms.</a:t>
            </a:r>
          </a:p>
        </p:txBody>
      </p:sp>
      <p:sp>
        <p:nvSpPr>
          <p:cNvPr id="6" name="gallery-Dark-swatch-1">
            <a:extLst xmlns:a="http://schemas.openxmlformats.org/drawingml/2006/main">
              <a:ext uri="{FF2B5EF4-FFF2-40B4-BE49-F238E27FC236}">
                <a16:creationId xmlns:a16="http://schemas.microsoft.com/office/drawing/2014/main" id="{7C4C2E83-1C1A-4C6F-8824-39006A9981F0}"/>
              </a:ext>
            </a:extLst>
          </p:cNvPr>
          <p:cNvSpPr>
            <a:spLocks xmlns:a="http://schemas.openxmlformats.org/drawingml/2006/main" noGrp="1"/>
          </p:cNvSpPr>
          <p:nvPr/>
        </p:nvSpPr>
        <p:spPr>
          <a:xfrm xmlns:a="http://schemas.openxmlformats.org/drawingml/2006/main">
            <a:off x="723900" y="4305300"/>
            <a:ext cx="1123950" cy="685800"/>
          </a:xfrm>
          <a:prstGeom xmlns:a="http://schemas.openxmlformats.org/drawingml/2006/main" prst="rect">
            <a:avLst/>
          </a:prstGeom>
          <a:solidFill xmlns:a="http://schemas.openxmlformats.org/drawingml/2006/main">
            <a:srgbClr val="EBC73B"/>
          </a:solidFill>
          <a:ln xmlns:a="http://schemas.openxmlformats.org/drawingml/2006/main" w="0">
            <a:noFill/>
            <a:prstDash val="solid"/>
          </a:ln>
        </p:spPr>
      </p:sp>
      <p:sp>
        <p:nvSpPr>
          <p:cNvPr id="7" name="gallery-Dark-swatch-2">
            <a:extLst xmlns:a="http://schemas.openxmlformats.org/drawingml/2006/main">
              <a:ext uri="{FF2B5EF4-FFF2-40B4-BE49-F238E27FC236}">
                <a16:creationId xmlns:a16="http://schemas.microsoft.com/office/drawing/2014/main" id="{B128CAE6-BC0A-4051-9E32-13C197830087}"/>
              </a:ext>
            </a:extLst>
          </p:cNvPr>
          <p:cNvSpPr>
            <a:spLocks xmlns:a="http://schemas.openxmlformats.org/drawingml/2006/main" noGrp="1"/>
          </p:cNvSpPr>
          <p:nvPr/>
        </p:nvSpPr>
        <p:spPr>
          <a:xfrm xmlns:a="http://schemas.openxmlformats.org/drawingml/2006/main">
            <a:off x="2133600" y="4305300"/>
            <a:ext cx="1123950" cy="685800"/>
          </a:xfrm>
          <a:prstGeom xmlns:a="http://schemas.openxmlformats.org/drawingml/2006/main" prst="rect">
            <a:avLst/>
          </a:prstGeom>
          <a:solidFill xmlns:a="http://schemas.openxmlformats.org/drawingml/2006/main">
            <a:srgbClr val="E7842E"/>
          </a:solidFill>
          <a:ln xmlns:a="http://schemas.openxmlformats.org/drawingml/2006/main" w="0">
            <a:noFill/>
            <a:prstDash val="solid"/>
          </a:ln>
        </p:spPr>
      </p:sp>
      <p:sp>
        <p:nvSpPr>
          <p:cNvPr id="8" name="gallery-Dark-swatch-3">
            <a:extLst xmlns:a="http://schemas.openxmlformats.org/drawingml/2006/main">
              <a:ext uri="{FF2B5EF4-FFF2-40B4-BE49-F238E27FC236}">
                <a16:creationId xmlns:a16="http://schemas.microsoft.com/office/drawing/2014/main" id="{4538F389-34A9-4F68-9FB4-ADE07F98A3BB}"/>
              </a:ext>
            </a:extLst>
          </p:cNvPr>
          <p:cNvSpPr>
            <a:spLocks xmlns:a="http://schemas.openxmlformats.org/drawingml/2006/main" noGrp="1"/>
          </p:cNvSpPr>
          <p:nvPr/>
        </p:nvSpPr>
        <p:spPr>
          <a:xfrm xmlns:a="http://schemas.openxmlformats.org/drawingml/2006/main">
            <a:off x="3543300" y="4305300"/>
            <a:ext cx="1123950" cy="685800"/>
          </a:xfrm>
          <a:prstGeom xmlns:a="http://schemas.openxmlformats.org/drawingml/2006/main" prst="rect">
            <a:avLst/>
          </a:prstGeom>
          <a:solidFill xmlns:a="http://schemas.openxmlformats.org/drawingml/2006/main">
            <a:srgbClr val="4896CF"/>
          </a:solidFill>
          <a:ln xmlns:a="http://schemas.openxmlformats.org/drawingml/2006/main" w="0">
            <a:noFill/>
            <a:prstDash val="solid"/>
          </a:ln>
        </p:spPr>
      </p:sp>
      <p:sp>
        <p:nvSpPr>
          <p:cNvPr id="9" name="gallery-Dark-rule">
            <a:extLst xmlns:a="http://schemas.openxmlformats.org/drawingml/2006/main">
              <a:ext uri="{FF2B5EF4-FFF2-40B4-BE49-F238E27FC236}">
                <a16:creationId xmlns:a16="http://schemas.microsoft.com/office/drawing/2014/main" id="{6E821D95-F720-49B7-8211-EBE44F898C55}"/>
              </a:ext>
            </a:extLst>
          </p:cNvPr>
          <p:cNvSpPr>
            <a:spLocks xmlns:a="http://schemas.openxmlformats.org/drawingml/2006/main" noGrp="1"/>
          </p:cNvSpPr>
          <p:nvPr/>
        </p:nvSpPr>
        <p:spPr>
          <a:xfrm xmlns:a="http://schemas.openxmlformats.org/drawingml/2006/main">
            <a:off x="723900" y="5314950"/>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800" b="0">
                <a:solidFill>
                  <a:srgbClr val="FFFFFF"/>
                </a:solidFill>
                <a:latin typeface="IBM Plex Sans"/>
                <a:ea typeface="IBM Plex Sans"/>
                <a:cs typeface="IBM Plex Sans"/>
              </a:defRPr>
            </a:pPr>
            <a:r>
              <a:rPr sz="1800" b="0">
                <a:solidFill>
                  <a:srgbClr val="FFFFFF"/>
                </a:solidFill>
                <a:latin typeface="IBM Plex Sans"/>
                <a:ea typeface="IBM Plex Sans"/>
                <a:cs typeface="IBM Plex Sans"/>
              </a:rPr>
              <a:t>Saira Condensed 54 pt</a:t>
            </a:r>
          </a:p>
          <a:p xmlns:a="http://schemas.openxmlformats.org/drawingml/2006/main">
            <a:pPr algn="l">
              <a:lnSpc>
                <a:spcPct val="125000"/>
              </a:lnSpc>
              <a:buNone/>
              <a:defRPr sz="1800" b="0">
                <a:solidFill>
                  <a:srgbClr val="FFFFFF"/>
                </a:solidFill>
                <a:latin typeface="IBM Plex Sans"/>
                <a:ea typeface="IBM Plex Sans"/>
                <a:cs typeface="IBM Plex Sans"/>
              </a:defRPr>
            </a:pPr>
            <a:r>
              <a:rPr sz="1800" b="0">
                <a:solidFill>
                  <a:srgbClr val="FFFFFF"/>
                </a:solidFill>
                <a:latin typeface="IBM Plex Sans"/>
                <a:ea typeface="IBM Plex Sans"/>
                <a:cs typeface="IBM Plex Sans"/>
              </a:rPr>
              <a:t>IBM Plex Sans 18 pt</a:t>
            </a:r>
          </a:p>
        </p:txBody>
      </p:sp>
      <p:sp>
        <p:nvSpPr>
          <p:cNvPr id="10" name="footer-wordmark-3">
            <a:extLst xmlns:a="http://schemas.openxmlformats.org/drawingml/2006/main">
              <a:ext uri="{FF2B5EF4-FFF2-40B4-BE49-F238E27FC236}">
                <a16:creationId xmlns:a16="http://schemas.microsoft.com/office/drawing/2014/main" id="{D760D9EA-DDEA-4D38-83E4-5CCB9CD8CB3B}"/>
              </a:ext>
            </a:extLst>
          </p:cNvPr>
          <p:cNvSpPr>
            <a:spLocks xmlns:a="http://schemas.openxmlformats.org/drawingml/2006/main" noGrp="1"/>
          </p:cNvSpPr>
          <p:nvPr/>
        </p:nvSpPr>
        <p:spPr>
          <a:xfrm xmlns:a="http://schemas.openxmlformats.org/drawingml/2006/main">
            <a:off x="342900" y="63246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975" b="1">
                <a:solidFill>
                  <a:srgbClr val="FFFFFF"/>
                </a:solidFill>
                <a:latin typeface="IBM Plex Sans"/>
                <a:ea typeface="IBM Plex Sans"/>
                <a:cs typeface="IBM Plex Sans"/>
              </a:defRPr>
            </a:pPr>
            <a:r>
              <a:rPr sz="975" b="1">
                <a:solidFill>
                  <a:srgbClr val="FFFFFF"/>
                </a:solidFill>
                <a:latin typeface="IBM Plex Sans"/>
                <a:ea typeface="IBM Plex Sans"/>
                <a:cs typeface="IBM Plex Sans"/>
              </a:rPr>
              <a:t>STEVENS INSTITUTE OF TECHNOLOGY</a:t>
            </a:r>
          </a:p>
        </p:txBody>
      </p:sp>
      <p:sp>
        <p:nvSpPr>
          <p:cNvPr id="11" name="footer-rule-3">
            <a:extLst xmlns:a="http://schemas.openxmlformats.org/drawingml/2006/main">
              <a:ext uri="{FF2B5EF4-FFF2-40B4-BE49-F238E27FC236}">
                <a16:creationId xmlns:a16="http://schemas.microsoft.com/office/drawing/2014/main" id="{DEEA4FEF-A0EA-467F-9B69-2D06CC3155D3}"/>
              </a:ext>
            </a:extLst>
          </p:cNvPr>
          <p:cNvSpPr>
            <a:spLocks xmlns:a="http://schemas.openxmlformats.org/drawingml/2006/main" noGrp="1"/>
          </p:cNvSpPr>
          <p:nvPr/>
        </p:nvSpPr>
        <p:spPr>
          <a:xfrm xmlns:a="http://schemas.openxmlformats.org/drawingml/2006/main">
            <a:off x="3105150" y="6477000"/>
            <a:ext cx="8286750" cy="0"/>
          </a:xfrm>
          <a:prstGeom xmlns:a="http://schemas.openxmlformats.org/drawingml/2006/main" prst="line">
            <a:avLst/>
          </a:prstGeom>
          <a:noFill xmlns:a="http://schemas.openxmlformats.org/drawingml/2006/main"/>
          <a:ln xmlns:a="http://schemas.openxmlformats.org/drawingml/2006/main" w="9525">
            <a:solidFill>
              <a:srgbClr val="E4E5E6"/>
            </a:solidFill>
            <a:prstDash val="solid"/>
          </a:ln>
        </p:spPr>
      </p:sp>
      <p:sp>
        <p:nvSpPr>
          <p:cNvPr id="12" name="page-number-3">
            <a:extLst xmlns:a="http://schemas.openxmlformats.org/drawingml/2006/main">
              <a:ext uri="{FF2B5EF4-FFF2-40B4-BE49-F238E27FC236}">
                <a16:creationId xmlns:a16="http://schemas.microsoft.com/office/drawing/2014/main" id="{B19286FB-E9D4-45E9-B25F-757955F6C0BA}"/>
              </a:ext>
            </a:extLst>
          </p:cNvPr>
          <p:cNvSpPr>
            <a:spLocks xmlns:a="http://schemas.openxmlformats.org/drawingml/2006/main" noGrp="1"/>
          </p:cNvSpPr>
          <p:nvPr/>
        </p:nvSpPr>
        <p:spPr>
          <a:xfrm xmlns:a="http://schemas.openxmlformats.org/drawingml/2006/main">
            <a:off x="11477625" y="63246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200" b="0">
                <a:solidFill>
                  <a:srgbClr val="FFFFFF"/>
                </a:solidFill>
                <a:latin typeface="IBM Plex Sans"/>
                <a:ea typeface="IBM Plex Sans"/>
                <a:cs typeface="IBM Plex Sans"/>
              </a:defRPr>
            </a:pPr>
            <a:r>
              <a:rPr sz="1200" b="0">
                <a:solidFill>
                  <a:srgbClr val="FFFFFF"/>
                </a:solidFill>
                <a:latin typeface="IBM Plex Sans"/>
                <a:ea typeface="IBM Plex Sans"/>
                <a:cs typeface="IBM Plex Sans"/>
              </a:rPr>
              <a:t>3</a:t>
            </a:r>
          </a:p>
        </p:txBody>
      </p:sp>
    </p:spTree>
    <p:extLst>
      <p:ext uri="{BB962C8B-B14F-4D97-AF65-F5344CB8AC3E}">
        <p14:creationId xmlns:p14="http://schemas.microsoft.com/office/powerpoint/2010/main" val="20919230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map-title">
            <a:extLst xmlns:a="http://schemas.openxmlformats.org/drawingml/2006/main">
              <a:ext uri="{FF2B5EF4-FFF2-40B4-BE49-F238E27FC236}">
                <a16:creationId xmlns:a16="http://schemas.microsoft.com/office/drawing/2014/main" id="{5388A2F3-F136-4E9E-9B5B-6599EC5A880C}"/>
              </a:ext>
            </a:extLst>
          </p:cNvPr>
          <p:cNvSpPr>
            <a:spLocks xmlns:a="http://schemas.openxmlformats.org/drawingml/2006/main" noGrp="1"/>
          </p:cNvSpPr>
          <p:nvPr/>
        </p:nvSpPr>
        <p:spPr>
          <a:xfrm xmlns:a="http://schemas.openxmlformats.org/drawingml/2006/main">
            <a:off x="685800" y="514350"/>
            <a:ext cx="9334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4000" b="1">
                <a:solidFill>
                  <a:srgbClr val="363D45"/>
                </a:solidFill>
                <a:latin typeface="Saira Condensed"/>
                <a:ea typeface="Saira Condensed"/>
                <a:cs typeface="Saira Condensed"/>
              </a:defRPr>
            </a:pPr>
            <a:r>
              <a:rPr sz="4000" b="1">
                <a:solidFill>
                  <a:srgbClr val="363D45"/>
                </a:solidFill>
                <a:latin typeface="Saira Condensed"/>
                <a:ea typeface="Saira Condensed"/>
                <a:cs typeface="Saira Condensed"/>
              </a:rPr>
              <a:t>The same content can change themes without reflow</a:t>
            </a:r>
          </a:p>
        </p:txBody>
      </p:sp>
      <p:sp>
        <p:nvSpPr>
          <p:cNvPr id="2" name="map-surface-1">
            <a:extLst xmlns:a="http://schemas.openxmlformats.org/drawingml/2006/main">
              <a:ext uri="{FF2B5EF4-FFF2-40B4-BE49-F238E27FC236}">
                <a16:creationId xmlns:a16="http://schemas.microsoft.com/office/drawing/2014/main" id="{C1DE934E-BCC1-4F8A-B56B-3B287E119C71}"/>
              </a:ext>
            </a:extLst>
          </p:cNvPr>
          <p:cNvSpPr>
            <a:spLocks xmlns:a="http://schemas.openxmlformats.org/drawingml/2006/main" noGrp="1"/>
          </p:cNvSpPr>
          <p:nvPr/>
        </p:nvSpPr>
        <p:spPr>
          <a:xfrm xmlns:a="http://schemas.openxmlformats.org/drawingml/2006/main">
            <a:off x="1714500" y="1905000"/>
            <a:ext cx="3810000" cy="3143250"/>
          </a:xfrm>
          <a:prstGeom xmlns:a="http://schemas.openxmlformats.org/drawingml/2006/main" prst="rect">
            <a:avLst/>
          </a:prstGeom>
          <a:solidFill xmlns:a="http://schemas.openxmlformats.org/drawingml/2006/main">
            <a:srgbClr val="FFFFFF"/>
          </a:solidFill>
          <a:ln xmlns:a="http://schemas.openxmlformats.org/drawingml/2006/main" w="19050">
            <a:solidFill>
              <a:srgbClr val="E4E5E6"/>
            </a:solidFill>
            <a:prstDash val="solid"/>
          </a:ln>
        </p:spPr>
      </p:sp>
      <p:sp>
        <p:nvSpPr>
          <p:cNvPr id="3" name="map-accent-1">
            <a:extLst xmlns:a="http://schemas.openxmlformats.org/drawingml/2006/main">
              <a:ext uri="{FF2B5EF4-FFF2-40B4-BE49-F238E27FC236}">
                <a16:creationId xmlns:a16="http://schemas.microsoft.com/office/drawing/2014/main" id="{BA0C2A06-4BBB-45B3-86FD-16884FE5048E}"/>
              </a:ext>
            </a:extLst>
          </p:cNvPr>
          <p:cNvSpPr>
            <a:spLocks xmlns:a="http://schemas.openxmlformats.org/drawingml/2006/main" noGrp="1"/>
          </p:cNvSpPr>
          <p:nvPr/>
        </p:nvSpPr>
        <p:spPr>
          <a:xfrm xmlns:a="http://schemas.openxmlformats.org/drawingml/2006/main">
            <a:off x="2019300" y="2171700"/>
            <a:ext cx="990600" cy="76200"/>
          </a:xfrm>
          <a:prstGeom xmlns:a="http://schemas.openxmlformats.org/drawingml/2006/main" prst="rect">
            <a:avLst/>
          </a:prstGeom>
          <a:solidFill xmlns:a="http://schemas.openxmlformats.org/drawingml/2006/main">
            <a:srgbClr val="A32638"/>
          </a:solidFill>
          <a:ln xmlns:a="http://schemas.openxmlformats.org/drawingml/2006/main" w="0">
            <a:noFill/>
            <a:prstDash val="solid"/>
          </a:ln>
        </p:spPr>
      </p:sp>
      <p:sp>
        <p:nvSpPr>
          <p:cNvPr id="4" name="map-heading-1">
            <a:extLst xmlns:a="http://schemas.openxmlformats.org/drawingml/2006/main">
              <a:ext uri="{FF2B5EF4-FFF2-40B4-BE49-F238E27FC236}">
                <a16:creationId xmlns:a16="http://schemas.microsoft.com/office/drawing/2014/main" id="{DE608F78-3FE8-408B-A311-3D715BDCB0FE}"/>
              </a:ext>
            </a:extLst>
          </p:cNvPr>
          <p:cNvSpPr>
            <a:spLocks xmlns:a="http://schemas.openxmlformats.org/drawingml/2006/main" noGrp="1"/>
          </p:cNvSpPr>
          <p:nvPr/>
        </p:nvSpPr>
        <p:spPr>
          <a:xfrm xmlns:a="http://schemas.openxmlformats.org/drawingml/2006/main">
            <a:off x="2019300" y="2495550"/>
            <a:ext cx="3009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363D45"/>
                </a:solidFill>
                <a:latin typeface="Saira Condensed"/>
                <a:ea typeface="Saira Condensed"/>
                <a:cs typeface="Saira Condensed"/>
              </a:defRPr>
            </a:pPr>
            <a:r>
              <a:rPr sz="2400" b="1">
                <a:solidFill>
                  <a:srgbClr val="363D45"/>
                </a:solidFill>
                <a:latin typeface="Saira Condensed"/>
                <a:ea typeface="Saira Condensed"/>
                <a:cs typeface="Saira Condensed"/>
              </a:rPr>
              <a:t>Same claim</a:t>
            </a:r>
          </a:p>
        </p:txBody>
      </p:sp>
      <p:sp>
        <p:nvSpPr>
          <p:cNvPr id="5" name="map-body-1">
            <a:extLst xmlns:a="http://schemas.openxmlformats.org/drawingml/2006/main">
              <a:ext uri="{FF2B5EF4-FFF2-40B4-BE49-F238E27FC236}">
                <a16:creationId xmlns:a16="http://schemas.microsoft.com/office/drawing/2014/main" id="{1F08C1C1-146F-4F1E-9556-3F5D4640BC1B}"/>
              </a:ext>
            </a:extLst>
          </p:cNvPr>
          <p:cNvSpPr>
            <a:spLocks xmlns:a="http://schemas.openxmlformats.org/drawingml/2006/main" noGrp="1"/>
          </p:cNvSpPr>
          <p:nvPr/>
        </p:nvSpPr>
        <p:spPr>
          <a:xfrm xmlns:a="http://schemas.openxmlformats.org/drawingml/2006/main">
            <a:off x="2019300" y="3286125"/>
            <a:ext cx="3009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7F7F7F"/>
                </a:solidFill>
                <a:latin typeface="IBM Plex Sans"/>
                <a:ea typeface="IBM Plex Sans"/>
                <a:cs typeface="IBM Plex Sans"/>
              </a:defRPr>
            </a:pPr>
            <a:r>
              <a:rPr sz="1350" b="0">
                <a:solidFill>
                  <a:srgbClr val="7F7F7F"/>
                </a:solidFill>
                <a:latin typeface="IBM Plex Sans"/>
                <a:ea typeface="IBM Plex Sans"/>
                <a:cs typeface="IBM Plex Sans"/>
              </a:rPr>
              <a:t>Same title, body measure, and evidence frame.</a:t>
            </a:r>
          </a:p>
        </p:txBody>
      </p:sp>
      <p:sp>
        <p:nvSpPr>
          <p:cNvPr id="6" name="map-label-1">
            <a:extLst xmlns:a="http://schemas.openxmlformats.org/drawingml/2006/main">
              <a:ext uri="{FF2B5EF4-FFF2-40B4-BE49-F238E27FC236}">
                <a16:creationId xmlns:a16="http://schemas.microsoft.com/office/drawing/2014/main" id="{7F31919B-D1BF-4B4D-9926-8EE7ACF7B3DB}"/>
              </a:ext>
            </a:extLst>
          </p:cNvPr>
          <p:cNvSpPr>
            <a:spLocks xmlns:a="http://schemas.openxmlformats.org/drawingml/2006/main" noGrp="1"/>
          </p:cNvSpPr>
          <p:nvPr/>
        </p:nvSpPr>
        <p:spPr>
          <a:xfrm xmlns:a="http://schemas.openxmlformats.org/drawingml/2006/main">
            <a:off x="2019300" y="45529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1">
                <a:solidFill>
                  <a:srgbClr val="A32638"/>
                </a:solidFill>
                <a:latin typeface="IBM Plex Sans"/>
                <a:ea typeface="IBM Plex Sans"/>
                <a:cs typeface="IBM Plex Sans"/>
              </a:defRPr>
            </a:pPr>
            <a:r>
              <a:rPr sz="1125" b="1">
                <a:solidFill>
                  <a:srgbClr val="A32638"/>
                </a:solidFill>
                <a:latin typeface="IBM Plex Sans"/>
                <a:ea typeface="IBM Plex Sans"/>
                <a:cs typeface="IBM Plex Sans"/>
              </a:rPr>
              <a:t>WHITE</a:t>
            </a:r>
          </a:p>
        </p:txBody>
      </p:sp>
      <p:sp>
        <p:nvSpPr>
          <p:cNvPr id="7" name="map-surface-2">
            <a:extLst xmlns:a="http://schemas.openxmlformats.org/drawingml/2006/main">
              <a:ext uri="{FF2B5EF4-FFF2-40B4-BE49-F238E27FC236}">
                <a16:creationId xmlns:a16="http://schemas.microsoft.com/office/drawing/2014/main" id="{4F97056E-76AC-4B1A-94A9-D565DFC6228B}"/>
              </a:ext>
            </a:extLst>
          </p:cNvPr>
          <p:cNvSpPr>
            <a:spLocks xmlns:a="http://schemas.openxmlformats.org/drawingml/2006/main" noGrp="1"/>
          </p:cNvSpPr>
          <p:nvPr/>
        </p:nvSpPr>
        <p:spPr>
          <a:xfrm xmlns:a="http://schemas.openxmlformats.org/drawingml/2006/main">
            <a:off x="6667500" y="1905000"/>
            <a:ext cx="3810000" cy="3143250"/>
          </a:xfrm>
          <a:prstGeom xmlns:a="http://schemas.openxmlformats.org/drawingml/2006/main" prst="rect">
            <a:avLst/>
          </a:prstGeom>
          <a:solidFill xmlns:a="http://schemas.openxmlformats.org/drawingml/2006/main">
            <a:srgbClr val="363D45"/>
          </a:solidFill>
          <a:ln xmlns:a="http://schemas.openxmlformats.org/drawingml/2006/main" w="0">
            <a:solidFill>
              <a:srgbClr val="363D45"/>
            </a:solidFill>
            <a:prstDash val="solid"/>
          </a:ln>
        </p:spPr>
      </p:sp>
      <p:sp>
        <p:nvSpPr>
          <p:cNvPr id="8" name="map-accent-2">
            <a:extLst xmlns:a="http://schemas.openxmlformats.org/drawingml/2006/main">
              <a:ext uri="{FF2B5EF4-FFF2-40B4-BE49-F238E27FC236}">
                <a16:creationId xmlns:a16="http://schemas.microsoft.com/office/drawing/2014/main" id="{E0A4AF38-E3A8-4EDF-B789-ABC68E3AE77D}"/>
              </a:ext>
            </a:extLst>
          </p:cNvPr>
          <p:cNvSpPr>
            <a:spLocks xmlns:a="http://schemas.openxmlformats.org/drawingml/2006/main" noGrp="1"/>
          </p:cNvSpPr>
          <p:nvPr/>
        </p:nvSpPr>
        <p:spPr>
          <a:xfrm xmlns:a="http://schemas.openxmlformats.org/drawingml/2006/main">
            <a:off x="6972300" y="2171700"/>
            <a:ext cx="990600" cy="76200"/>
          </a:xfrm>
          <a:prstGeom xmlns:a="http://schemas.openxmlformats.org/drawingml/2006/main" prst="rect">
            <a:avLst/>
          </a:prstGeom>
          <a:solidFill xmlns:a="http://schemas.openxmlformats.org/drawingml/2006/main">
            <a:srgbClr val="EBC73B"/>
          </a:solidFill>
          <a:ln xmlns:a="http://schemas.openxmlformats.org/drawingml/2006/main" w="0">
            <a:noFill/>
            <a:prstDash val="solid"/>
          </a:ln>
        </p:spPr>
      </p:sp>
      <p:sp>
        <p:nvSpPr>
          <p:cNvPr id="9" name="map-heading-2">
            <a:extLst xmlns:a="http://schemas.openxmlformats.org/drawingml/2006/main">
              <a:ext uri="{FF2B5EF4-FFF2-40B4-BE49-F238E27FC236}">
                <a16:creationId xmlns:a16="http://schemas.microsoft.com/office/drawing/2014/main" id="{FB5B11F8-84A0-4175-A710-F8038B2D7944}"/>
              </a:ext>
            </a:extLst>
          </p:cNvPr>
          <p:cNvSpPr>
            <a:spLocks xmlns:a="http://schemas.openxmlformats.org/drawingml/2006/main" noGrp="1"/>
          </p:cNvSpPr>
          <p:nvPr/>
        </p:nvSpPr>
        <p:spPr>
          <a:xfrm xmlns:a="http://schemas.openxmlformats.org/drawingml/2006/main">
            <a:off x="6972300" y="2495550"/>
            <a:ext cx="3009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FFFFFF"/>
                </a:solidFill>
                <a:latin typeface="Saira Condensed"/>
                <a:ea typeface="Saira Condensed"/>
                <a:cs typeface="Saira Condensed"/>
              </a:defRPr>
            </a:pPr>
            <a:r>
              <a:rPr sz="2400" b="1">
                <a:solidFill>
                  <a:srgbClr val="FFFFFF"/>
                </a:solidFill>
                <a:latin typeface="Saira Condensed"/>
                <a:ea typeface="Saira Condensed"/>
                <a:cs typeface="Saira Condensed"/>
              </a:rPr>
              <a:t>Same claim</a:t>
            </a:r>
          </a:p>
        </p:txBody>
      </p:sp>
      <p:sp>
        <p:nvSpPr>
          <p:cNvPr id="10" name="map-body-2">
            <a:extLst xmlns:a="http://schemas.openxmlformats.org/drawingml/2006/main">
              <a:ext uri="{FF2B5EF4-FFF2-40B4-BE49-F238E27FC236}">
                <a16:creationId xmlns:a16="http://schemas.microsoft.com/office/drawing/2014/main" id="{57BFE910-C4CE-4F99-B874-1A62B78D263F}"/>
              </a:ext>
            </a:extLst>
          </p:cNvPr>
          <p:cNvSpPr>
            <a:spLocks xmlns:a="http://schemas.openxmlformats.org/drawingml/2006/main" noGrp="1"/>
          </p:cNvSpPr>
          <p:nvPr/>
        </p:nvSpPr>
        <p:spPr>
          <a:xfrm xmlns:a="http://schemas.openxmlformats.org/drawingml/2006/main">
            <a:off x="6972300" y="3286125"/>
            <a:ext cx="3009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E4E5E6"/>
                </a:solidFill>
                <a:latin typeface="IBM Plex Sans"/>
                <a:ea typeface="IBM Plex Sans"/>
                <a:cs typeface="IBM Plex Sans"/>
              </a:defRPr>
            </a:pPr>
            <a:r>
              <a:rPr sz="1350" b="0">
                <a:solidFill>
                  <a:srgbClr val="E4E5E6"/>
                </a:solidFill>
                <a:latin typeface="IBM Plex Sans"/>
                <a:ea typeface="IBM Plex Sans"/>
                <a:cs typeface="IBM Plex Sans"/>
              </a:rPr>
              <a:t>Same title, body measure, and evidence frame.</a:t>
            </a:r>
          </a:p>
        </p:txBody>
      </p:sp>
      <p:sp>
        <p:nvSpPr>
          <p:cNvPr id="11" name="map-label-2">
            <a:extLst xmlns:a="http://schemas.openxmlformats.org/drawingml/2006/main">
              <a:ext uri="{FF2B5EF4-FFF2-40B4-BE49-F238E27FC236}">
                <a16:creationId xmlns:a16="http://schemas.microsoft.com/office/drawing/2014/main" id="{27BF5341-F1DB-4CE8-B026-3D1310C437B2}"/>
              </a:ext>
            </a:extLst>
          </p:cNvPr>
          <p:cNvSpPr>
            <a:spLocks xmlns:a="http://schemas.openxmlformats.org/drawingml/2006/main" noGrp="1"/>
          </p:cNvSpPr>
          <p:nvPr/>
        </p:nvSpPr>
        <p:spPr>
          <a:xfrm xmlns:a="http://schemas.openxmlformats.org/drawingml/2006/main">
            <a:off x="6972300" y="45529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1">
                <a:solidFill>
                  <a:srgbClr val="EBC73B"/>
                </a:solidFill>
                <a:latin typeface="IBM Plex Sans"/>
                <a:ea typeface="IBM Plex Sans"/>
                <a:cs typeface="IBM Plex Sans"/>
              </a:defRPr>
            </a:pPr>
            <a:r>
              <a:rPr sz="1125" b="1">
                <a:solidFill>
                  <a:srgbClr val="EBC73B"/>
                </a:solidFill>
                <a:latin typeface="IBM Plex Sans"/>
                <a:ea typeface="IBM Plex Sans"/>
                <a:cs typeface="IBM Plex Sans"/>
              </a:rPr>
              <a:t>DARK</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5f2ec33477348cd"/>
          <a:stretch xmlns:a="http://schemas.openxmlformats.org/drawingml/2006/main"/>
        </p:blipFill>
        <p:spPr>
          <a:xfrm xmlns:a="http://schemas.openxmlformats.org/drawingml/2006/main">
            <a:off x="342900" y="6391275"/>
            <a:ext cx="171450" cy="171450"/>
          </a:xfrm>
          <a:prstGeom xmlns:a="http://schemas.openxmlformats.org/drawingml/2006/main" prst="rect">
            <a:avLst/>
          </a:prstGeom>
        </p:spPr>
      </p:pic>
      <p:sp>
        <p:nvSpPr>
          <p:cNvPr id="13" name="footer-wordmark-4">
            <a:extLst xmlns:a="http://schemas.openxmlformats.org/drawingml/2006/main">
              <a:ext uri="{FF2B5EF4-FFF2-40B4-BE49-F238E27FC236}">
                <a16:creationId xmlns:a16="http://schemas.microsoft.com/office/drawing/2014/main" id="{1D2959A7-47DF-4495-B82E-11736A577439}"/>
              </a:ext>
            </a:extLst>
          </p:cNvPr>
          <p:cNvSpPr>
            <a:spLocks xmlns:a="http://schemas.openxmlformats.org/drawingml/2006/main" noGrp="1"/>
          </p:cNvSpPr>
          <p:nvPr/>
        </p:nvSpPr>
        <p:spPr>
          <a:xfrm xmlns:a="http://schemas.openxmlformats.org/drawingml/2006/main">
            <a:off x="628650" y="63246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975" b="1">
                <a:solidFill>
                  <a:srgbClr val="363D45"/>
                </a:solidFill>
                <a:latin typeface="IBM Plex Sans"/>
                <a:ea typeface="IBM Plex Sans"/>
                <a:cs typeface="IBM Plex Sans"/>
              </a:defRPr>
            </a:pPr>
            <a:r>
              <a:rPr sz="975" b="1">
                <a:solidFill>
                  <a:srgbClr val="363D45"/>
                </a:solidFill>
                <a:latin typeface="IBM Plex Sans"/>
                <a:ea typeface="IBM Plex Sans"/>
                <a:cs typeface="IBM Plex Sans"/>
              </a:rPr>
              <a:t>STEVENS INSTITUTE OF TECHNOLOGY</a:t>
            </a:r>
          </a:p>
        </p:txBody>
      </p:sp>
      <p:sp>
        <p:nvSpPr>
          <p:cNvPr id="14" name="footer-rule-4">
            <a:extLst xmlns:a="http://schemas.openxmlformats.org/drawingml/2006/main">
              <a:ext uri="{FF2B5EF4-FFF2-40B4-BE49-F238E27FC236}">
                <a16:creationId xmlns:a16="http://schemas.microsoft.com/office/drawing/2014/main" id="{9EC6F8B7-AE9D-4A3A-AD71-64BD2E7073BC}"/>
              </a:ext>
            </a:extLst>
          </p:cNvPr>
          <p:cNvSpPr>
            <a:spLocks xmlns:a="http://schemas.openxmlformats.org/drawingml/2006/main" noGrp="1"/>
          </p:cNvSpPr>
          <p:nvPr/>
        </p:nvSpPr>
        <p:spPr>
          <a:xfrm xmlns:a="http://schemas.openxmlformats.org/drawingml/2006/main">
            <a:off x="3105150" y="6477000"/>
            <a:ext cx="8286750" cy="0"/>
          </a:xfrm>
          <a:prstGeom xmlns:a="http://schemas.openxmlformats.org/drawingml/2006/main" prst="line">
            <a:avLst/>
          </a:prstGeom>
          <a:noFill xmlns:a="http://schemas.openxmlformats.org/drawingml/2006/main"/>
          <a:ln xmlns:a="http://schemas.openxmlformats.org/drawingml/2006/main" w="9525">
            <a:solidFill>
              <a:srgbClr val="7F7F7F"/>
            </a:solidFill>
            <a:prstDash val="solid"/>
          </a:ln>
        </p:spPr>
      </p:sp>
      <p:sp>
        <p:nvSpPr>
          <p:cNvPr id="15" name="page-number-4">
            <a:extLst xmlns:a="http://schemas.openxmlformats.org/drawingml/2006/main">
              <a:ext uri="{FF2B5EF4-FFF2-40B4-BE49-F238E27FC236}">
                <a16:creationId xmlns:a16="http://schemas.microsoft.com/office/drawing/2014/main" id="{71EA0510-B105-4235-B2EC-068314100A89}"/>
              </a:ext>
            </a:extLst>
          </p:cNvPr>
          <p:cNvSpPr>
            <a:spLocks xmlns:a="http://schemas.openxmlformats.org/drawingml/2006/main" noGrp="1"/>
          </p:cNvSpPr>
          <p:nvPr/>
        </p:nvSpPr>
        <p:spPr>
          <a:xfrm xmlns:a="http://schemas.openxmlformats.org/drawingml/2006/main">
            <a:off x="11477625" y="63246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200" b="0">
                <a:solidFill>
                  <a:srgbClr val="363D45"/>
                </a:solidFill>
                <a:latin typeface="IBM Plex Sans"/>
                <a:ea typeface="IBM Plex Sans"/>
                <a:cs typeface="IBM Plex Sans"/>
              </a:defRPr>
            </a:pPr>
            <a:r>
              <a:rPr sz="1200" b="0">
                <a:solidFill>
                  <a:srgbClr val="363D45"/>
                </a:solidFill>
                <a:latin typeface="IBM Plex Sans"/>
                <a:ea typeface="IBM Plex Sans"/>
                <a:cs typeface="IBM Plex Sans"/>
              </a:rPr>
              <a:t>4</a:t>
            </a:r>
          </a:p>
        </p:txBody>
      </p:sp>
    </p:spTree>
    <p:extLst>
      <p:ext uri="{BB962C8B-B14F-4D97-AF65-F5344CB8AC3E}">
        <p14:creationId xmlns:p14="http://schemas.microsoft.com/office/powerpoint/2010/main" val="2085317344"/>
      </p:ext>
    </p:extLst>
  </p:cSld>
</p:sld>
</file>

<file path=ppt/theme/theme1.xml><?xml version="1.0" encoding="utf-8"?>
<a:theme xmlns:a="http://schemas.openxmlformats.org/drawingml/2006/main" name="Office Theme">
  <a:themeElements>
    <a:clrScheme name="Stevens White">
      <a:dk1>
        <a:srgbClr val="363D45"/>
      </a:dk1>
      <a:lt1>
        <a:srgbClr val="FFFFFF"/>
      </a:lt1>
      <a:dk2>
        <a:srgbClr val="004380"/>
      </a:dk2>
      <a:lt2>
        <a:srgbClr val="E4E5E6"/>
      </a:lt2>
      <a:accent1>
        <a:srgbClr val="A32638"/>
      </a:accent1>
      <a:accent2>
        <a:srgbClr val="004380"/>
      </a:accent2>
      <a:accent3>
        <a:srgbClr val="EBC73B"/>
      </a:accent3>
      <a:accent4>
        <a:srgbClr val="E7842E"/>
      </a:accent4>
      <a:accent5>
        <a:srgbClr val="E7F2FB"/>
      </a:accent5>
      <a:accent6>
        <a:srgbClr val="FFFAE6"/>
      </a:accent6>
      <a:hlink>
        <a:srgbClr val="4896CF"/>
      </a:hlink>
      <a:folHlink>
        <a:srgbClr val="E7842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tevens Whit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2026-08-14T22:55:42.2600000Z</dcterms:created>
  <dcterms:modified xsi:type="dcterms:W3CDTF">2026-08-14T22:55:42.2600000Z</dcterms:modified>
</coreProperties>
</file>